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24ca2181ee74c11" /><Relationship Type="http://schemas.openxmlformats.org/officeDocument/2006/relationships/extended-properties" Target="/docProps/app.xml" Id="R430b99b92b1b492e" /><Relationship Type="http://schemas.openxmlformats.org/officeDocument/2006/relationships/officeDocument" Target="/ppt/presentation.xml" Id="R4eabac37e9f84326" /></Relationships>
</file>

<file path=ppt/presentation.xml><?xml version="1.0" encoding="utf-8"?>
<p:presentation xmlns:p="http://schemas.openxmlformats.org/presentationml/2006/main">
  <p:sldMasterIdLst>
    <p:sldMasterId xmlns:r="http://schemas.openxmlformats.org/officeDocument/2006/relationships" id="2147483648" r:id="Rd0a4d6fd282f47af"/>
  </p:sldMasterIdLst>
  <p:notesMasterIdLst>
    <p:notesMasterId xmlns:r="http://schemas.openxmlformats.org/officeDocument/2006/relationships" r:id="Rabe7d05bffed44a7"/>
  </p:notesMasterIdLst>
  <p:sldIdLst>
    <p:sldId xmlns:r="http://schemas.openxmlformats.org/officeDocument/2006/relationships" id="256" r:id="Ra869446aca7a41d0"/>
    <p:sldId xmlns:r="http://schemas.openxmlformats.org/officeDocument/2006/relationships" id="257" r:id="R4d8c82fe97c94abf"/>
    <p:sldId xmlns:r="http://schemas.openxmlformats.org/officeDocument/2006/relationships" id="258" r:id="R79ad8000e72347e0"/>
    <p:sldId xmlns:r="http://schemas.openxmlformats.org/officeDocument/2006/relationships" id="259" r:id="Rae7d0be3d0a14ee8"/>
    <p:sldId xmlns:r="http://schemas.openxmlformats.org/officeDocument/2006/relationships" id="260" r:id="R4b5398afc3664154"/>
    <p:sldId xmlns:r="http://schemas.openxmlformats.org/officeDocument/2006/relationships" id="261" r:id="R142a598829f945dd"/>
    <p:sldId xmlns:r="http://schemas.openxmlformats.org/officeDocument/2006/relationships" id="262" r:id="R2375076d42e54c11"/>
    <p:sldId xmlns:r="http://schemas.openxmlformats.org/officeDocument/2006/relationships" id="263" r:id="Rc246e5aa7f99408d"/>
    <p:sldId xmlns:r="http://schemas.openxmlformats.org/officeDocument/2006/relationships" id="264" r:id="Rcce0d7ca7d084aa2"/>
    <p:sldId xmlns:r="http://schemas.openxmlformats.org/officeDocument/2006/relationships" id="265" r:id="Rf3bcd12970ce456f"/>
    <p:sldId xmlns:r="http://schemas.openxmlformats.org/officeDocument/2006/relationships" id="266" r:id="Rb24d8c0d6d124292"/>
    <p:sldId xmlns:r="http://schemas.openxmlformats.org/officeDocument/2006/relationships" id="267" r:id="R824e9aa3f65c4a1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6fd59a43da62457c" /><Relationship Type="http://schemas.openxmlformats.org/officeDocument/2006/relationships/slideMaster" Target="/ppt/slideMasters/slideMaster1.xml" Id="Rd0a4d6fd282f47af" /><Relationship Type="http://schemas.openxmlformats.org/officeDocument/2006/relationships/notesMaster" Target="/ppt/notesMasters/notesMaster1.xml" Id="Rabe7d05bffed44a7" /><Relationship Type="http://schemas.openxmlformats.org/officeDocument/2006/relationships/presProps" Target="/ppt/presProps.xml" Id="Rd416b50f02b94af8" /><Relationship Type="http://schemas.openxmlformats.org/officeDocument/2006/relationships/viewProps" Target="/ppt/viewProps.xml" Id="Rb8162e4441c645b0" /><Relationship Type="http://schemas.openxmlformats.org/officeDocument/2006/relationships/tableStyles" Target="/ppt/tableStyles.xml" Id="R4e2d17ee63bb4423" /><Relationship Type="http://schemas.openxmlformats.org/officeDocument/2006/relationships/slide" Target="/ppt/slides/slide1.xml" Id="Ra869446aca7a41d0" /><Relationship Type="http://schemas.openxmlformats.org/officeDocument/2006/relationships/slide" Target="/ppt/slides/slide2.xml" Id="R4d8c82fe97c94abf" /><Relationship Type="http://schemas.openxmlformats.org/officeDocument/2006/relationships/slide" Target="/ppt/slides/slide3.xml" Id="R79ad8000e72347e0" /><Relationship Type="http://schemas.openxmlformats.org/officeDocument/2006/relationships/slide" Target="/ppt/slides/slide4.xml" Id="Rae7d0be3d0a14ee8" /><Relationship Type="http://schemas.openxmlformats.org/officeDocument/2006/relationships/slide" Target="/ppt/slides/slide5.xml" Id="R4b5398afc3664154" /><Relationship Type="http://schemas.openxmlformats.org/officeDocument/2006/relationships/slide" Target="/ppt/slides/slide6.xml" Id="R142a598829f945dd" /><Relationship Type="http://schemas.openxmlformats.org/officeDocument/2006/relationships/slide" Target="/ppt/slides/slide7.xml" Id="R2375076d42e54c11" /><Relationship Type="http://schemas.openxmlformats.org/officeDocument/2006/relationships/slide" Target="/ppt/slides/slide8.xml" Id="Rc246e5aa7f99408d" /><Relationship Type="http://schemas.openxmlformats.org/officeDocument/2006/relationships/slide" Target="/ppt/slides/slide9.xml" Id="Rcce0d7ca7d084aa2" /><Relationship Type="http://schemas.openxmlformats.org/officeDocument/2006/relationships/slide" Target="/ppt/slides/slide10.xml" Id="Rf3bcd12970ce456f" /><Relationship Type="http://schemas.openxmlformats.org/officeDocument/2006/relationships/slide" Target="/ppt/slides/slide11.xml" Id="Rb24d8c0d6d124292" /><Relationship Type="http://schemas.openxmlformats.org/officeDocument/2006/relationships/slide" Target="/ppt/slides/slide12.xml" Id="R824e9aa3f65c4a1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226546a7d934e2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1_MIT PE">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lue War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afd5aa86eba486a" /><Relationship Type="http://schemas.openxmlformats.org/officeDocument/2006/relationships/notesMaster" Target="/ppt/notesMasters/notesMaster1.xml" Id="Rdcd6836cf39141e7" /></Relationships>
</file>

<file path=ppt/notesSlides/_rels/notesSlide2.xml.rels>&#65279;<?xml version="1.0" encoding="utf-8"?><Relationships xmlns="http://schemas.openxmlformats.org/package/2006/relationships"><Relationship Type="http://schemas.openxmlformats.org/officeDocument/2006/relationships/slide" Target="/ppt/slides/slide2.xml" Id="R198a4a1c84bd452b" /><Relationship Type="http://schemas.openxmlformats.org/officeDocument/2006/relationships/notesMaster" Target="/ppt/notesMasters/notesMaster1.xml" Id="Rf6601506b54e4c69" /></Relationships>
</file>

<file path=ppt/notesSlides/_rels/notesSlide3.xml.rels>&#65279;<?xml version="1.0" encoding="utf-8"?><Relationships xmlns="http://schemas.openxmlformats.org/package/2006/relationships"><Relationship Type="http://schemas.openxmlformats.org/officeDocument/2006/relationships/slide" Target="/ppt/slides/slide3.xml" Id="R3dbbbefe4a5f4473" /><Relationship Type="http://schemas.openxmlformats.org/officeDocument/2006/relationships/notesMaster" Target="/ppt/notesMasters/notesMaster1.xml" Id="R6e5bdbcfe7b04332" /></Relationships>
</file>

<file path=ppt/notesSlides/_rels/notesSlide4.xml.rels>&#65279;<?xml version="1.0" encoding="utf-8"?><Relationships xmlns="http://schemas.openxmlformats.org/package/2006/relationships"><Relationship Type="http://schemas.openxmlformats.org/officeDocument/2006/relationships/slide" Target="/ppt/slides/slide4.xml" Id="Rd1a38c0a73374157" /><Relationship Type="http://schemas.openxmlformats.org/officeDocument/2006/relationships/notesMaster" Target="/ppt/notesMasters/notesMaster1.xml" Id="Radd047f2c6fd4d3e" /></Relationships>
</file>

<file path=ppt/notesSlides/_rels/notesSlide5.xml.rels>&#65279;<?xml version="1.0" encoding="utf-8"?><Relationships xmlns="http://schemas.openxmlformats.org/package/2006/relationships"><Relationship Type="http://schemas.openxmlformats.org/officeDocument/2006/relationships/slide" Target="/ppt/slides/slide5.xml" Id="R0650c5564b624d24" /><Relationship Type="http://schemas.openxmlformats.org/officeDocument/2006/relationships/notesMaster" Target="/ppt/notesMasters/notesMaster1.xml" Id="R8387c1db45934f91" /></Relationships>
</file>

<file path=ppt/notesSlides/_rels/notesSlide6.xml.rels>&#65279;<?xml version="1.0" encoding="utf-8"?><Relationships xmlns="http://schemas.openxmlformats.org/package/2006/relationships"><Relationship Type="http://schemas.openxmlformats.org/officeDocument/2006/relationships/slide" Target="/ppt/slides/slide6.xml" Id="Rb9058c0dc25f47c8" /><Relationship Type="http://schemas.openxmlformats.org/officeDocument/2006/relationships/notesMaster" Target="/ppt/notesMasters/notesMaster1.xml" Id="R382a7d50ba344035" /></Relationships>
</file>

<file path=ppt/notesSlides/_rels/notesSlide7.xml.rels>&#65279;<?xml version="1.0" encoding="utf-8"?><Relationships xmlns="http://schemas.openxmlformats.org/package/2006/relationships"><Relationship Type="http://schemas.openxmlformats.org/officeDocument/2006/relationships/slide" Target="/ppt/slides/slide7.xml" Id="Rc33b26f6a4b54ef0" /><Relationship Type="http://schemas.openxmlformats.org/officeDocument/2006/relationships/notesMaster" Target="/ppt/notesMasters/notesMaster1.xml" Id="Rae8aefdde756463f" /></Relationships>
</file>

<file path=ppt/notesSlides/_rels/notesSlide8.xml.rels>&#65279;<?xml version="1.0" encoding="utf-8"?><Relationships xmlns="http://schemas.openxmlformats.org/package/2006/relationships"><Relationship Type="http://schemas.openxmlformats.org/officeDocument/2006/relationships/slide" Target="/ppt/slides/slide8.xml" Id="R9d541c36f44a46cb" /><Relationship Type="http://schemas.openxmlformats.org/officeDocument/2006/relationships/notesMaster" Target="/ppt/notesMasters/notesMaster1.xml" Id="R21c4e1eb5df648d0" /></Relationships>
</file>

<file path=ppt/notesSlides/_rels/notesSlide9.xml.rels>&#65279;<?xml version="1.0" encoding="utf-8"?><Relationships xmlns="http://schemas.openxmlformats.org/package/2006/relationships"><Relationship Type="http://schemas.openxmlformats.org/officeDocument/2006/relationships/slide" Target="/ppt/slides/slide9.xml" Id="R3a21d05770dd4dbb" /><Relationship Type="http://schemas.openxmlformats.org/officeDocument/2006/relationships/notesMaster" Target="/ppt/notesMasters/notesMaster1.xml" Id="R664cdba36025420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a88bdf95ce44ee7" /><Relationship Type="http://schemas.openxmlformats.org/officeDocument/2006/relationships/notesMaster" Target="/ppt/notesMasters/notesMaster1.xml" Id="R1443215ff0434a0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30e444ead734315" /><Relationship Type="http://schemas.openxmlformats.org/officeDocument/2006/relationships/notesMaster" Target="/ppt/notesMasters/notesMaster1.xml" Id="R9fd6dd57bf14485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dea82ebfd4d4be7" /><Relationship Type="http://schemas.openxmlformats.org/officeDocument/2006/relationships/notesMaster" Target="/ppt/notesMasters/notesMaster1.xml" Id="Raef2fbdbef154ee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capstone presents a Research Paper Navigator for a local collection of research papers. The goal is to help a learner ask questions about a method or compare papers and receive an explanation that can be traced back to the source pages. The engineering story covers how retrieval developed, how evaluation exposed problems, and how the final design balances answer completeness with efficiency. The work uses real saved outputs from the course experiments, including examples that reveal remaining weaknesses.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Sources and evidence</a:t>
            </a:r>
            <a:endParaRPr/>
          </a:p>
          <a:p xmlns:a="http://schemas.openxmlformats.org/drawingml/2006/main">
            <a:pPr marL="0" lvl="0" indent="0" algn="l">
              <a:lnSpc>
                <a:spcPct val="100000"/>
              </a:lnSpc>
              <a:spcBef>
                <a:spcPts val="0"/>
              </a:spcBef>
              <a:spcAft>
                <a:spcPts val="0"/>
              </a:spcAft>
              <a:buSzPts val="1400"/>
              <a:buNone/>
            </a:pPr>
            <a:r>
              <a:t>Course capstone directions in Information.txt</a:t>
            </a:r>
            <a:endParaRPr/>
          </a:p>
          <a:p xmlns:a="http://schemas.openxmlformats.org/drawingml/2006/main">
            <a:pPr marL="0" lvl="0" indent="0" algn="l">
              <a:lnSpc>
                <a:spcPct val="100000"/>
              </a:lnSpc>
              <a:spcBef>
                <a:spcPts val="0"/>
              </a:spcBef>
              <a:spcAft>
                <a:spcPts val="0"/>
              </a:spcAft>
              <a:buSzPts val="1400"/>
              <a:buNone/>
            </a:pPr>
            <a:r>
              <a:t>evidence/week2_results.json</a:t>
            </a:r>
            <a:endParaRPr/>
          </a:p>
          <a:p xmlns:a="http://schemas.openxmlformats.org/drawingml/2006/main">
            <a:pPr marL="0" lvl="0" indent="0" algn="l">
              <a:lnSpc>
                <a:spcPct val="100000"/>
              </a:lnSpc>
              <a:spcBef>
                <a:spcPts val="0"/>
              </a:spcBef>
              <a:spcAft>
                <a:spcPts val="0"/>
              </a:spcAft>
              <a:buSzPts val="1400"/>
              <a:buNone/>
            </a:pPr>
            <a:r>
              <a:t>evidence/week7_results.json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intended user is a learner or researcher trying to understand a collection of papers about program synthesis and related work. Reading every PDF for each question takes time. A title search helps when the paper is already known, but it does less for an exploratory question or a comparison. Even finding the right file does not guarantee that the selected paragraph supports the answer. A bibliography may mention the method without explaining it, and conference and preprint versions may occupy several result slots. The system therefore needs to retrieve useful passages and make its factual support easy to inspect. Its role is to guide closer reading, rather than replace the original papers.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Sources and evidence</a:t>
            </a:r>
            <a:endParaRPr/>
          </a:p>
          <a:p xmlns:a="http://schemas.openxmlformats.org/drawingml/2006/main">
            <a:pPr marL="0" lvl="0" indent="0" algn="l">
              <a:lnSpc>
                <a:spcPct val="100000"/>
              </a:lnSpc>
              <a:spcBef>
                <a:spcPts val="0"/>
              </a:spcBef>
              <a:spcAft>
                <a:spcPts val="0"/>
              </a:spcAft>
              <a:buSzPts val="1400"/>
              <a:buNone/>
            </a:pPr>
            <a:r>
              <a:t>evidence/week3_results.json</a:t>
            </a:r>
            <a:endParaRPr/>
          </a:p>
          <a:p xmlns:a="http://schemas.openxmlformats.org/drawingml/2006/main">
            <a:pPr marL="0" lvl="0" indent="0" algn="l">
              <a:lnSpc>
                <a:spcPct val="100000"/>
              </a:lnSpc>
              <a:spcBef>
                <a:spcPts val="0"/>
              </a:spcBef>
              <a:spcAft>
                <a:spcPts val="0"/>
              </a:spcAft>
              <a:buSzPts val="1400"/>
              <a:buNone/>
            </a:pPr>
            <a:r>
              <a:t>data/corpus_manifest.json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workflow begins with PDF text extraction. Each chunk keeps its filename and page number, so the result can be checked later. The retriever runs keyword matching and semantic similarity, then merges their rankings. Before retrieval, a narrow filter removes recognizable instruction attacks. A conservative router chooses the answer path. A simple method question uses one search and one answer call. Comparisons and questions about evaluation or limitations keep the agent, which can request more evidence within a fixed action budget. The final prompt separates the question from the paper text and asks for a cited explanation. An exact cache can reuse an eligible direct answer under the same corpus and policy. The final interface exposes this workflow without requiring the earlier course directory layout.</a:t>
            </a:r>
          </a:p>
          <a:p xmlns:a="http://schemas.openxmlformats.org/drawingml/2006/main">
            <a:r>
              <a:t/>
            </a:r>
          </a:p>
          <a:p xmlns:a="http://schemas.openxmlformats.org/drawingml/2006/main">
            <a:r>
              <a:t>Sources and evidence</a:t>
            </a:r>
          </a:p>
          <a:p xmlns:a="http://schemas.openxmlformats.org/drawingml/2006/main">
            <a:r>
              <a:t>src/research_navigator/hybrid.py</a:t>
            </a:r>
          </a:p>
          <a:p xmlns:a="http://schemas.openxmlformats.org/drawingml/2006/main">
            <a:r>
              <a:t>src/research_navigator/agent.py</a:t>
            </a:r>
          </a:p>
          <a:p xmlns:a="http://schemas.openxmlformats.org/drawingml/2006/main">
            <a:r>
              <a:t>src/research_navigator/safeguards.py</a:t>
            </a:r>
          </a:p>
          <a:p xmlns:a="http://schemas.openxmlformats.org/drawingml/2006/main">
            <a:r>
              <a:t>src/research_navigator/cli.py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hybrid approach fits the two common kinds of research question. BM25 provides a useful signal when a question includes a specific title or technical term. Semantic retrieval helps when a user describes an idea in different wording. Their raw scores have different scales, so reciprocal rank fusion uses each passage's position in the ranked lists instead. The implementation gives both methods equal weight and uses a rank constant of sixty. This is a reasonable baseline setting, not a claim that the weights are optimal. The standard answer context contains five passages and limits repetition from a file. That limit helps, but it does not fully merge duplicate versions of the same study. The index is reused between experiments so architectural changes can be examined on the same collection.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Sources and evidence</a:t>
            </a:r>
            <a:endParaRPr/>
          </a:p>
          <a:p xmlns:a="http://schemas.openxmlformats.org/drawingml/2006/main">
            <a:pPr marL="0" lvl="0" indent="0" algn="l">
              <a:lnSpc>
                <a:spcPct val="100000"/>
              </a:lnSpc>
              <a:spcBef>
                <a:spcPts val="0"/>
              </a:spcBef>
              <a:spcAft>
                <a:spcPts val="0"/>
              </a:spcAft>
              <a:buSzPts val="1400"/>
              <a:buNone/>
            </a:pPr>
            <a:r>
              <a:t>evidence/week2_results.json</a:t>
            </a:r>
            <a:endParaRPr/>
          </a:p>
          <a:p xmlns:a="http://schemas.openxmlformats.org/drawingml/2006/main">
            <a:pPr marL="0" lvl="0" indent="0" algn="l">
              <a:lnSpc>
                <a:spcPct val="100000"/>
              </a:lnSpc>
              <a:spcBef>
                <a:spcPts val="0"/>
              </a:spcBef>
              <a:spcAft>
                <a:spcPts val="0"/>
              </a:spcAft>
              <a:buSzPts val="1400"/>
              <a:buNone/>
            </a:pPr>
            <a:r>
              <a:t>src/research_navigator/hybrid.py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Evaluation started with eight questions, including seven answerable research questions and one unsupported request. The expected paper appeared in the top five for all seven answerable cases. The automated judge passed every generated answer against its grading notes. However, the unsupported answer began by identifying an unrelated paper before adding a caveat. A separate abstention guard rejected that response, reducing combined acceptance to seven of eight. This example shaped the evaluation approach: a passing judge score can hide an important behavior failure. Four controlled good and degraded answers also checked that the judge could detect expected problems. The test set remains small, and the answer and judge models share potential blind spots. Citation presence and a source hit are useful signals, but neither proves every claim is correct.</a:t>
            </a:r>
          </a:p>
          <a:p xmlns:a="http://schemas.openxmlformats.org/drawingml/2006/main">
            <a:r>
              <a:t/>
            </a:r>
          </a:p>
          <a:p xmlns:a="http://schemas.openxmlformats.org/drawingml/2006/main">
            <a:r>
              <a:t>Sources and evidence</a:t>
            </a:r>
          </a:p>
          <a:p xmlns:a="http://schemas.openxmlformats.org/drawingml/2006/main">
            <a:r>
              <a:t>evidence/week3_results.json: summary, evaluation_records, validation_records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four compared six broad questions with and without query decomposition. Splitting each question into narrower searches changed the evidence and increased distinct filename slots from twenty-three to twenty-seven. Both paths still passed all six rubric checks. Decomposition also added search calls and one possible reference-list passage. That supports a coverage observation, not a proven accuracy gain. Week five then tested an agent that could inspect the evidence and decide whether to retrieve again. On three multistep questions, fixed retrieval and the initial agent passed two, while the refined agent passed all three. The refinement checked named-paper coverage and selected method and evaluation evidence more deliberately. The final workflow carries forward that bounded agent for harder questions. It does not automatically apply the Week four decomposition experiment to every question.</a:t>
            </a:r>
          </a:p>
          <a:p xmlns:a="http://schemas.openxmlformats.org/drawingml/2006/main">
            <a:r>
              <a:t/>
            </a:r>
          </a:p>
          <a:p xmlns:a="http://schemas.openxmlformats.org/drawingml/2006/main">
            <a:r>
              <a:t>Sources and evidence</a:t>
            </a:r>
          </a:p>
          <a:p xmlns:a="http://schemas.openxmlformats.org/drawingml/2006/main">
            <a:r>
              <a:t>evidence/week4_results.json: summary and records</a:t>
            </a:r>
          </a:p>
          <a:p xmlns:a="http://schemas.openxmlformats.org/drawingml/2006/main">
            <a:r>
              <a:t>evidence/week5_results.json: summary and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demonstration uses the saved Week seven response, so it can be replayed without a key or a new model call. The question asks how Learning to Infer Program Sketches combines a neural model with symbolic synthesis. The answer explains that the neural component proposes partial program sketches, while the symbolic component fills the holes. The displayed sentence is an unchanged excerpt of the generated response. Its numbered citations point to the selected paper passages, and the complete saved answer includes the PDF names and pages. The important behavior is that a reader can follow the explanation back to the source, rather than accepting a fluent paragraph on trust. During the recording, the replay command can show the full answer. A separate live command runs the same retrieval and generation workflow on locally supplied PDFs.</a:t>
            </a:r>
          </a:p>
          <a:p xmlns:a="http://schemas.openxmlformats.org/drawingml/2006/main">
            <a:r>
              <a:t/>
            </a:r>
          </a:p>
          <a:p xmlns:a="http://schemas.openxmlformats.org/drawingml/2006/main">
            <a:r>
              <a:t>Sources and evidence</a:t>
            </a:r>
          </a:p>
          <a:p xmlns:a="http://schemas.openxmlformats.org/drawingml/2006/main">
            <a:r>
              <a:t>evidence/week7_results.json: P1 hardened</a:t>
            </a:r>
          </a:p>
          <a:p xmlns:a="http://schemas.openxmlformats.org/drawingml/2006/main">
            <a:r>
              <a:t>evidence/week7_answers_verbatim.log</a:t>
            </a:r>
          </a:p>
          <a:p xmlns:a="http://schemas.openxmlformats.org/drawingml/2006/main">
            <a:r>
              <a:t/>
            </a:r>
          </a:p>
          <a:p xmlns:a="http://schemas.openxmlformats.org/drawingml/2006/main">
            <a:r>
              <a:t>Full recorded P1 output (verbatim)</a:t>
            </a:r>
          </a:p>
          <a:p xmlns:a="http://schemas.openxmlformats.org/drawingml/2006/main">
            <a:r>
              <a:t>Learning to Infer Program Sketches combines neural and symbolic methods by splitting the synthesis task into two stages:</a:t>
            </a:r>
          </a:p>
          <a:p xmlns:a="http://schemas.openxmlformats.org/drawingml/2006/main">
            <a:r>
              <a:t/>
            </a:r>
          </a:p>
          <a:p xmlns:a="http://schemas.openxmlformats.org/drawingml/2006/main">
            <a:r>
              <a:t>1. **Neural sketch generation**: a recurrent neural network takes the specification as input and produces a **distribution over program sketches**. These sketches are intermediate program outlines that may include special `&lt;HOLE&gt;` tokens where the program is incomplete [4].</a:t>
            </a:r>
          </a:p>
          <a:p xmlns:a="http://schemas.openxmlformats.org/drawingml/2006/main">
            <a:r>
              <a:t/>
            </a:r>
          </a:p>
          <a:p xmlns:a="http://schemas.openxmlformats.org/drawingml/2006/main">
            <a:r>
              <a:t>2. **Symbolic program synthesis**: for each candidate sketch, an **enumerative symbolic search** procedure fills in the holes to search for a full program that satisfies the specification [4]. The paper describes this as using symbolic enumeration techniques to generate candidate completions and maximize likelihood of the spec [4].</a:t>
            </a:r>
          </a:p>
          <a:p xmlns:a="http://schemas.openxmlformats.org/drawingml/2006/main">
            <a:r>
              <a:t/>
            </a:r>
          </a:p>
          <a:p xmlns:a="http://schemas.openxmlformats.org/drawingml/2006/main">
            <a:r>
              <a:t>The key idea is that the neural model learns **how much detail to put into the sketch**: easier tasks can get more complete sketches from the neural side, while harder tasks can leave more holes for symbolic search to resolve [1][4]. Compared with earlier sketch-based systems, the method uses a **flexible, domain-general sketch grammar** and a **self-supervised training objective** so the system can learn to rely appropriately on either the neural proposer or the symbolic search component [1][4].</a:t>
            </a:r>
          </a:p>
          <a:p xmlns:a="http://schemas.openxmlformats.org/drawingml/2006/main">
            <a:r>
              <a:t/>
            </a:r>
          </a:p>
          <a:p xmlns:a="http://schemas.openxmlformats.org/drawingml/2006/main">
            <a:r>
              <a:t>In short: **the neural network proposes sketches; the symbolic synthesizer completes them.** The learned interface between them lets the system adapt the balance between pattern recognition and explicit search [1][4].</a:t>
            </a:r>
          </a:p>
          <a:p xmlns:a="http://schemas.openxmlformats.org/drawingml/2006/main">
            <a:r>
              <a:t/>
            </a:r>
          </a:p>
          <a:p xmlns:a="http://schemas.openxmlformats.org/drawingml/2006/main">
            <a:r>
              <a:t>Sources used:</a:t>
            </a:r>
          </a:p>
          <a:p xmlns:a="http://schemas.openxmlformats.org/drawingml/2006/main">
            <a:r>
              <a:t>- Learning to Infer Program Sketches, `DBLP_conf_icml_NyeHTS19.pdf`, p. 2</a:t>
            </a:r>
          </a:p>
          <a:p xmlns:a="http://schemas.openxmlformats.org/drawingml/2006/main">
            <a:r>
              <a:t>- Learning to Infer Program Sketches, `DBLP_journals_corr_abs-1902-06349.pdf`, p. 2</a:t>
            </a:r>
          </a:p>
          <a:p xmlns:a="http://schemas.openxmlformats.org/drawingml/2006/main">
            <a:r>
              <a:t>- Learning to Infer Program Sketches, `DBLP_journals_corr_abs-1902-06349.pdf`, p.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security work addresses instructions that try to redirect the research task. In the paired roleplay probe, the baseline returned only CLUCK CLUCK. The final version removed the recognizable command and answered the method question with citations. Several layers support this behavior. The input filter acts before retrieval, because attack wording can distort search even when the final model refuses the command. Tagged prompts state that paper text supplies facts, not new instructions. The action allowlist prevents an invented upload or delete tool from running. A text integrity check rejects altered passages after a clean index has loaded. In the other visible fact and retrieved-command probes, the baseline also resisted the attack. Those cases demonstrate an added deterministic boundary, rather than a new answer-level rescue. No universal attack-resistance rate is claimed.</a:t>
            </a:r>
          </a:p>
          <a:p xmlns:a="http://schemas.openxmlformats.org/drawingml/2006/main">
            <a:r>
              <a:t/>
            </a:r>
          </a:p>
          <a:p xmlns:a="http://schemas.openxmlformats.org/drawingml/2006/main">
            <a:r>
              <a:t>Sources and evidence</a:t>
            </a:r>
          </a:p>
          <a:p xmlns:a="http://schemas.openxmlformats.org/drawingml/2006/main">
            <a:r>
              <a:t>evidence/week7_results.json: S1, S3, S4_poison, S5</a:t>
            </a:r>
          </a:p>
          <a:p xmlns:a="http://schemas.openxmlformats.org/drawingml/2006/main">
            <a:r>
              <a:t>src/research_navigator/safeguards.py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Efficiency focused on reducing repeated model work while retaining the evidence path for difficult questions. The simple method question dropped from three chat calls to one. Comparisons and limitation questions stayed on the agent path. An initial shortcut for evaluation limits missed part of the paper's scope, so the router changed to preserve focused retrieval for that class of question. Prompt context caps also reduced repeated evidence tokens. Across seven paired Week seven cases using the same chat model and corpus, the final design used forty-one point six percent fewer tokens and thirty-eight point one percent less reported production cost. Observed time also decreased, but provider load makes single-run latency uncertain. A separate exact-repeat test returned identical wording with zero API calls. These totals exclude cached index construction and earlier iterations. They are evidence from this small run, not a general production benchmark.</a:t>
            </a:r>
          </a:p>
          <a:p xmlns:a="http://schemas.openxmlformats.org/drawingml/2006/main">
            <a:r>
              <a:t/>
            </a:r>
          </a:p>
          <a:p xmlns:a="http://schemas.openxmlformats.org/drawingml/2006/main">
            <a:r>
              <a:t>Sources and evidence</a:t>
            </a:r>
          </a:p>
          <a:p xmlns:a="http://schemas.openxmlformats.org/drawingml/2006/main">
            <a:r>
              <a:t>evidence/week7_results.json: final records only, excluding superseded_records and cached_repeat</a:t>
            </a:r>
          </a:p>
          <a:p xmlns:a="http://schemas.openxmlformats.org/drawingml/2006/main">
            <a:r>
              <a:t>navigator.py summary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design follows the evidence from the experiments. Keyword-only retrieval is straightforward, but semantic retrieval adds support for reworded concepts. The agent can improve completeness by gathering missing facets, although it resends evidence and adds planner calls. Routing limits that overhead for simpler tasks, while the exact cache helps repeated questions under a matching corpus and policy. Both choices need quality checks: routing can be too shallow, and caching repeats the original answer's weaknesses. Week six also compared model choices. The current and mixed configurations passed all three ordinary questions, but the all-cheaper configuration passed none. The mixed setup was promising, yet the sample was too small to justify a broad change. Week seven therefore retained the same tested chat model and reduced work through workflow changes. This makes the efficiency comparison easier to interpret.</a:t>
            </a:r>
          </a:p>
          <a:p xmlns:a="http://schemas.openxmlformats.org/drawingml/2006/main">
            <a:r>
              <a:t/>
            </a:r>
          </a:p>
          <a:p xmlns:a="http://schemas.openxmlformats.org/drawingml/2006/main">
            <a:r>
              <a:t>Sources and evidence</a:t>
            </a:r>
          </a:p>
          <a:p xmlns:a="http://schemas.openxmlformats.org/drawingml/2006/main">
            <a:r>
              <a:t>evidence/week6_results.json: summary and model setups</a:t>
            </a:r>
          </a:p>
          <a:p xmlns:a="http://schemas.openxmlformats.org/drawingml/2006/main">
            <a:r>
              <a:t>evidence/week7_results.json</a:t>
            </a:r>
          </a:p>
          <a:p xmlns:a="http://schemas.openxmlformats.org/drawingml/2006/main">
            <a:r>
              <a:t>src/research_navigator/cli.py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most important remaining weakness is that a secure answer can still be factually imprecise. One final answer rejected the invented overall accuracy but mixed the full-dataset and filtered-test columns in a compact table. Better table extraction and checks on numeric claims are therefore priorities. Ranking also needs human-labeled examples of relevant and irrelevant passages, with conference and preprint versions counted as one study. Citation evaluation should check whether each claim follows from its cited evidence, rather than just detecting brackets. Security tests should include less obvious poisoning present before ingestion and more varied instructions. Routing and cache policies need a larger held-out question set and repeated measurements. These next steps focus on evidence quality and evaluation before adding more agent complexity.</a:t>
            </a:r>
          </a:p>
          <a:p xmlns:a="http://schemas.openxmlformats.org/drawingml/2006/main">
            <a:r>
              <a:t/>
            </a:r>
          </a:p>
          <a:p xmlns:a="http://schemas.openxmlformats.org/drawingml/2006/main">
            <a:r>
              <a:t>Sources and evidence</a:t>
            </a:r>
          </a:p>
          <a:p xmlns:a="http://schemas.openxmlformats.org/drawingml/2006/main">
            <a:r>
              <a:t>evidence/week7_results.json: S3 and superseded P2 records</a:t>
            </a:r>
          </a:p>
          <a:p xmlns:a="http://schemas.openxmlformats.org/drawingml/2006/main">
            <a:r>
              <a:t>evidence/week4_results.json</a:t>
            </a:r>
          </a:p>
          <a:p xmlns:a="http://schemas.openxmlformats.org/drawingml/2006/main">
            <a:r>
              <a:t>README.md: Known limitations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deliverable brings the implementation and evidence together. The repository contains the supported command-line entry point, installation and configuration instructions, deterministic tests, and saved experimental records. A reviewer can replay the method answer or the before-and-after roleplay case without an API key. Live mode uses locally supplied paper PDFs and an OpenRouter key, while local keyword search works without generation. Full papers and credentials are separate inputs. The presentation's main conclusion is that retrieval quality, answer support, and efficiency need to be judged together. The system is a useful research-reading assistant with visible evidence and a bounded workflow. Its next improvement should make citation and table accuracy easier to verify on a larger set of questions.</a:t>
            </a:r>
          </a:p>
          <a:p xmlns:a="http://schemas.openxmlformats.org/drawingml/2006/main">
            <a:r>
              <a:t/>
            </a:r>
          </a:p>
          <a:p xmlns:a="http://schemas.openxmlformats.org/drawingml/2006/main">
            <a:r>
              <a:t>Sources and evidence</a:t>
            </a:r>
          </a:p>
          <a:p xmlns:a="http://schemas.openxmlformats.org/drawingml/2006/main">
            <a:r>
              <a:t>README.md</a:t>
            </a:r>
          </a:p>
          <a:p xmlns:a="http://schemas.openxmlformats.org/drawingml/2006/main">
            <a:r>
              <a:t>navigator.py --help</a:t>
            </a:r>
          </a:p>
          <a:p xmlns:a="http://schemas.openxmlformats.org/drawingml/2006/main">
            <a:r>
              <a:t>evidence/README.md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c99bd5235374253" /><Relationship Type="http://schemas.openxmlformats.org/officeDocument/2006/relationships/image" Target="/ppt/media/image.png" Id="R74e25c3cd4fc4f99" /><Relationship Type="http://schemas.openxmlformats.org/officeDocument/2006/relationships/image" Target="/ppt/media/image2.png" Id="R36a88649189e4274" /><Relationship Type="http://schemas.openxmlformats.org/officeDocument/2006/relationships/image" Target="/ppt/media/image3.png" Id="R32ddc466a7a3404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f1bf7b88e084ba2" /><Relationship Type="http://schemas.openxmlformats.org/officeDocument/2006/relationships/image" Target="/ppt/media/image4.png" Id="R85cd07d3876345c6" /><Relationship Type="http://schemas.openxmlformats.org/officeDocument/2006/relationships/image" Target="/ppt/media/image5.png" Id="R00eb430f7bc545c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aa29f5fd9934a53" /><Relationship Type="http://schemas.openxmlformats.org/officeDocument/2006/relationships/image" Target="/ppt/media/image4.png" Id="R7a0fdf1c61d34cc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7d575c8498341e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7ae13a7874445e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6481c5bcd8849f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4f1b6f24fcf5458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213035de595b41d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9650b3e1e7004223"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82dcdc47b7804e10"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3871aea0fc7d4f1d"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278ec606fd024ea5"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fd86ba9d28e047c3"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dfb590ee02b446f7" /></Relationships>
</file>

<file path=ppt/slideLayouts/slideLayout1.xml><?xml version="1.0" encoding="utf-8"?>
<p:sldLayout xmlns:p="http://schemas.openxmlformats.org/presentationml/2006/main" matchingName="1_Blank" type="blank">
  <p:cSld name="BLANK">
    <p:spTree>
      <p:nvGrpSpPr>
        <p:cNvPr id="1" name=""/>
        <p:cNvGrpSpPr/>
        <p:nvPr/>
      </p:nvGrpSpPr>
      <p:grpSpPr>
        <a:xfrm xmlns:a="http://schemas.openxmlformats.org/drawingml/2006/main"/>
      </p:grpSpPr>
      <p:pic>
        <p:nvPicPr>
          <p:cNvPr id="4" name="Google Shape;16;p5"/>
          <p:cNvPicPr>
            <a:picLocks xmlns:a="http://schemas.openxmlformats.org/drawingml/2006/main" noChangeAspect="1"/>
          </p:cNvPicPr>
          <p:nvPr/>
        </p:nvPicPr>
        <p:blipFill rotWithShape="1">
          <a:blip xmlns:r="http://schemas.openxmlformats.org/officeDocument/2006/relationships" xmlns:a="http://schemas.openxmlformats.org/drawingml/2006/main" r:embed="R74e25c3cd4fc4f99">
            <a:alphaModFix/>
          </a:blip>
          <a:srcRect xmlns:a="http://schemas.openxmlformats.org/drawingml/2006/main" l="0" t="0" r="0" b="0"/>
          <a:stretch xmlns:a="http://schemas.openxmlformats.org/drawingml/2006/main"/>
        </p:blipFill>
        <p:spPr>
          <a:xfrm xmlns:a="http://schemas.openxmlformats.org/drawingml/2006/main">
            <a:off x="0" y="0"/>
            <a:ext cx="12192000" cy="6858000"/>
          </a:xfrm>
          <a:prstGeom xmlns:a="http://schemas.openxmlformats.org/drawingml/2006/main" prst="rect">
            <a:avLst/>
          </a:prstGeom>
          <a:ln xmlns:a="http://schemas.openxmlformats.org/drawingml/2006/main">
            <a:noFill/>
          </a:ln>
        </p:spPr>
      </p:pic>
      <p:pic>
        <p:nvPicPr>
          <p:cNvPr id="5" name="Google Shape;17;p5"/>
          <p:cNvPicPr>
            <a:picLocks xmlns:a="http://schemas.openxmlformats.org/drawingml/2006/main" noChangeAspect="1"/>
          </p:cNvPicPr>
          <p:nvPr/>
        </p:nvPicPr>
        <p:blipFill rotWithShape="1">
          <a:blip xmlns:r="http://schemas.openxmlformats.org/officeDocument/2006/relationships" xmlns:a="http://schemas.openxmlformats.org/drawingml/2006/main" r:embed="R36a88649189e4274">
            <a:alphaModFix/>
          </a:blip>
          <a:srcRect xmlns:a="http://schemas.openxmlformats.org/drawingml/2006/main" l="0" t="0" r="0" b="0"/>
          <a:stretch xmlns:a="http://schemas.openxmlformats.org/drawingml/2006/main"/>
        </p:blipFill>
        <p:spPr>
          <a:xfrm xmlns:a="http://schemas.openxmlformats.org/drawingml/2006/main">
            <a:off x="0" y="4419600"/>
            <a:ext cx="12192000" cy="2438400"/>
          </a:xfrm>
          <a:prstGeom xmlns:a="http://schemas.openxmlformats.org/drawingml/2006/main" prst="rect">
            <a:avLst/>
          </a:prstGeom>
          <a:ln xmlns:a="http://schemas.openxmlformats.org/drawingml/2006/main">
            <a:noFill/>
          </a:ln>
        </p:spPr>
      </p:pic>
      <p:pic>
        <p:nvPicPr>
          <p:cNvPr id="6" name="Google Shape;18;p5"/>
          <p:cNvPicPr>
            <a:picLocks xmlns:a="http://schemas.openxmlformats.org/drawingml/2006/main" noChangeAspect="1"/>
          </p:cNvPicPr>
          <p:nvPr/>
        </p:nvPicPr>
        <p:blipFill rotWithShape="1">
          <a:blip xmlns:r="http://schemas.openxmlformats.org/officeDocument/2006/relationships" xmlns:a="http://schemas.openxmlformats.org/drawingml/2006/main" r:embed="R32ddc466a7a34041">
            <a:alphaModFix/>
          </a:blip>
          <a:srcRect xmlns:a="http://schemas.openxmlformats.org/drawingml/2006/main" l="0" t="0" r="0" b="0"/>
          <a:stretch xmlns:a="http://schemas.openxmlformats.org/drawingml/2006/main"/>
        </p:blipFill>
        <p:spPr>
          <a:xfrm xmlns:a="http://schemas.openxmlformats.org/drawingml/2006/main">
            <a:off x="9830830" y="3686830"/>
            <a:ext cx="1905000" cy="522306"/>
          </a:xfrm>
          <a:prstGeom xmlns:a="http://schemas.openxmlformats.org/drawingml/2006/main" prst="rect">
            <a:avLst/>
          </a:prstGeom>
          <a:ln xmlns:a="http://schemas.openxmlformats.org/drawingml/2006/main">
            <a:noFill/>
          </a:ln>
        </p:spPr>
      </p:pic>
    </p:spTree>
  </p:cSld>
</p:sldLayout>
</file>

<file path=ppt/slideLayouts/slideLayout2.xml><?xml version="1.0" encoding="utf-8"?>
<p:sldLayout xmlns:p="http://schemas.openxmlformats.org/presentationml/2006/main" matchingName="5_Blank">
  <p:cSld name="5_Blank">
    <p:spTree>
      <p:nvGrpSpPr>
        <p:cNvPr id="1" name=""/>
        <p:cNvGrpSpPr/>
        <p:nvPr/>
      </p:nvGrpSpPr>
      <p:grpSpPr>
        <a:xfrm xmlns:a="http://schemas.openxmlformats.org/drawingml/2006/main"/>
      </p:grpSpPr>
      <p:pic>
        <p:nvPicPr>
          <p:cNvPr id="3" name="Google Shape;20;p6"/>
          <p:cNvPicPr>
            <a:picLocks xmlns:a="http://schemas.openxmlformats.org/drawingml/2006/main" noChangeAspect="1"/>
          </p:cNvPicPr>
          <p:nvPr/>
        </p:nvPicPr>
        <p:blipFill rotWithShape="1">
          <a:blip xmlns:r="http://schemas.openxmlformats.org/officeDocument/2006/relationships" xmlns:a="http://schemas.openxmlformats.org/drawingml/2006/main" r:embed="R85cd07d3876345c6">
            <a:alphaModFix/>
          </a:blip>
          <a:srcRect xmlns:a="http://schemas.openxmlformats.org/drawingml/2006/main" l="0" t="0" r="0" b="0"/>
          <a:stretch xmlns:a="http://schemas.openxmlformats.org/drawingml/2006/main"/>
        </p:blipFill>
        <p:spPr>
          <a:xfrm xmlns:a="http://schemas.openxmlformats.org/drawingml/2006/main">
            <a:off x="10797369" y="6362197"/>
            <a:ext cx="960461" cy="372478"/>
          </a:xfrm>
          <a:prstGeom xmlns:a="http://schemas.openxmlformats.org/drawingml/2006/main" prst="rect">
            <a:avLst/>
          </a:prstGeom>
          <a:ln xmlns:a="http://schemas.openxmlformats.org/drawingml/2006/main">
            <a:noFill/>
          </a:ln>
        </p:spPr>
      </p:pic>
      <p:pic>
        <p:nvPicPr>
          <p:cNvPr id="4" name="Google Shape;21;p6"/>
          <p:cNvPicPr>
            <a:picLocks xmlns:a="http://schemas.openxmlformats.org/drawingml/2006/main" noChangeAspect="1"/>
          </p:cNvPicPr>
          <p:nvPr/>
        </p:nvPicPr>
        <p:blipFill rotWithShape="1">
          <a:blip xmlns:r="http://schemas.openxmlformats.org/officeDocument/2006/relationships" xmlns:a="http://schemas.openxmlformats.org/drawingml/2006/main" r:embed="R00eb430f7bc545c5">
            <a:alphaModFix/>
          </a:blip>
          <a:srcRect xmlns:a="http://schemas.openxmlformats.org/drawingml/2006/main" l="0" t="0" r="0" b="0"/>
          <a:stretch xmlns:a="http://schemas.openxmlformats.org/drawingml/2006/main"/>
        </p:blipFill>
        <p:spPr>
          <a:xfrm xmlns:a="http://schemas.openxmlformats.org/drawingml/2006/main">
            <a:off x="0" y="0"/>
            <a:ext cx="12192000" cy="714375"/>
          </a:xfrm>
          <a:prstGeom xmlns:a="http://schemas.openxmlformats.org/drawingml/2006/main" prst="rect">
            <a:avLst/>
          </a:prstGeom>
          <a:ln xmlns:a="http://schemas.openxmlformats.org/drawingml/2006/main">
            <a:noFill/>
          </a:ln>
        </p:spPr>
      </p:pic>
    </p:spTree>
  </p:cSld>
</p:sldLayout>
</file>

<file path=ppt/slideLayouts/slideLayout3.xml><?xml version="1.0" encoding="utf-8"?>
<p:sldLayout xmlns:p="http://schemas.openxmlformats.org/presentationml/2006/main" matchingName="7_Blank">
  <p:cSld name="7_Blank">
    <p:spTree>
      <p:nvGrpSpPr>
        <p:cNvPr id="1" name=""/>
        <p:cNvGrpSpPr/>
        <p:nvPr/>
      </p:nvGrpSpPr>
      <p:grpSpPr>
        <a:xfrm xmlns:a="http://schemas.openxmlformats.org/drawingml/2006/main"/>
      </p:grpSpPr>
      <p:pic>
        <p:nvPicPr>
          <p:cNvPr id="2" name="Google Shape;23;p7"/>
          <p:cNvPicPr>
            <a:picLocks xmlns:a="http://schemas.openxmlformats.org/drawingml/2006/main" noChangeAspect="1"/>
          </p:cNvPicPr>
          <p:nvPr/>
        </p:nvPicPr>
        <p:blipFill rotWithShape="1">
          <a:blip xmlns:r="http://schemas.openxmlformats.org/officeDocument/2006/relationships" xmlns:a="http://schemas.openxmlformats.org/drawingml/2006/main" r:embed="R7a0fdf1c61d34cc2">
            <a:alphaModFix amt="5000"/>
          </a:blip>
          <a:srcRect xmlns:a="http://schemas.openxmlformats.org/drawingml/2006/main" l="0" t="0" r="0" b="0"/>
          <a:stretch xmlns:a="http://schemas.openxmlformats.org/drawingml/2006/main"/>
        </p:blipFill>
        <p:spPr>
          <a:xfrm xmlns:a="http://schemas.openxmlformats.org/drawingml/2006/main">
            <a:off x="3976469" y="2607021"/>
            <a:ext cx="4239062" cy="1643957"/>
          </a:xfrm>
          <a:prstGeom xmlns:a="http://schemas.openxmlformats.org/drawingml/2006/main" prst="rect">
            <a:avLst/>
          </a:prstGeom>
          <a:ln xmlns:a="http://schemas.openxmlformats.org/drawingml/2006/main">
            <a:noFill/>
          </a:ln>
        </p:spPr>
      </p:pic>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25" name="Google Shape;25;p8">
            <a:extLst xmlns:a="http://schemas.openxmlformats.org/drawingml/2006/main">
              <a:ext uri="{FF2B5EF4-FFF2-40B4-BE49-F238E27FC236}">
                <a16:creationId xmlns:a16="http://schemas.microsoft.com/office/drawing/2014/main" id="{4966B356-55BA-4B54-A168-011681D2F8C5}"/>
              </a:ext>
            </a:extLst>
          </p:cNvPr>
          <p:cNvSpPr>
            <a:spLocks xmlns:a="http://schemas.openxmlformats.org/drawingml/2006/main" noGrp="1"/>
          </p:cNvSpPr>
          <p:nvPr>
            <p:ph type="ctrTitle" idx="0"/>
          </p:nvPr>
        </p:nvSpPr>
        <p:spPr>
          <a:xfrm xmlns:a="http://schemas.openxmlformats.org/drawingml/2006/main">
            <a:off x="1524000" y="1122363"/>
            <a:ext cx="9144000" cy="2387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90000"/>
              </a:lnSpc>
              <a:spcBef>
                <a:spcPts val="0"/>
              </a:spcBef>
              <a:spcAft>
                <a:spcPts val="0"/>
              </a:spcAft>
              <a:buClr>
                <a:schemeClr val="dk1"/>
              </a:buClr>
              <a:buSzPts val="6000"/>
              <a:buFont typeface="Calibri"/>
              <a:buNone/>
              <a:defRPr sz="600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8">
            <a:extLst xmlns:a="http://schemas.openxmlformats.org/drawingml/2006/main">
              <a:ext uri="{FF2B5EF4-FFF2-40B4-BE49-F238E27FC236}">
                <a16:creationId xmlns:a16="http://schemas.microsoft.com/office/drawing/2014/main" id="{8A965DC3-F624-495E-A140-5947B83F688C}"/>
              </a:ext>
            </a:extLst>
          </p:cNvPr>
          <p:cNvSpPr>
            <a:spLocks xmlns:a="http://schemas.openxmlformats.org/drawingml/2006/main" noGrp="1"/>
          </p:cNvSpPr>
          <p:nvPr>
            <p:ph type="subTitle" idx="1"/>
          </p:nvPr>
        </p:nvSpPr>
        <p:spPr>
          <a:xfrm xmlns:a="http://schemas.openxmlformats.org/drawingml/2006/main">
            <a:off x="1524000" y="3602038"/>
            <a:ext cx="9144000" cy="1655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000"/>
              </a:spcBef>
              <a:spcAft>
                <a:spcPts val="0"/>
              </a:spcAft>
              <a:buClr>
                <a:schemeClr val="dk1"/>
              </a:buClr>
              <a:buSzPts val="2400"/>
              <a:buNone/>
              <a:defRPr sz="2400"/>
            </a:lvl1pPr>
            <a:lvl2pPr algn="ctr">
              <a:lnSpc>
                <a:spcPct val="90000"/>
              </a:lnSpc>
              <a:spcBef>
                <a:spcPts val="500"/>
              </a:spcBef>
              <a:spcAft>
                <a:spcPts val="0"/>
              </a:spcAft>
              <a:buClr>
                <a:schemeClr val="dk1"/>
              </a:buClr>
              <a:buSzPts val="2000"/>
              <a:buNone/>
              <a:defRPr sz="2000"/>
            </a:lvl2pPr>
            <a:lvl3pPr algn="ctr">
              <a:lnSpc>
                <a:spcPct val="90000"/>
              </a:lnSpc>
              <a:spcBef>
                <a:spcPts val="500"/>
              </a:spcBef>
              <a:spcAft>
                <a:spcPts val="0"/>
              </a:spcAft>
              <a:buClr>
                <a:schemeClr val="dk1"/>
              </a:buClr>
              <a:buSzPts val="1800"/>
              <a:buNone/>
              <a:defRPr sz="1800"/>
            </a:lvl3pPr>
            <a:lvl4pPr algn="ctr">
              <a:lnSpc>
                <a:spcPct val="90000"/>
              </a:lnSpc>
              <a:spcBef>
                <a:spcPts val="500"/>
              </a:spcBef>
              <a:spcAft>
                <a:spcPts val="0"/>
              </a:spcAft>
              <a:buClr>
                <a:schemeClr val="dk1"/>
              </a:buClr>
              <a:buSzPts val="1600"/>
              <a:buNone/>
              <a:defRPr sz="1600"/>
            </a:lvl4pPr>
            <a:lvl5pPr algn="ctr">
              <a:lnSpc>
                <a:spcPct val="90000"/>
              </a:lnSpc>
              <a:spcBef>
                <a:spcPts val="500"/>
              </a:spcBef>
              <a:spcAft>
                <a:spcPts val="0"/>
              </a:spcAft>
              <a:buClr>
                <a:schemeClr val="dk1"/>
              </a:buClr>
              <a:buSzPts val="1600"/>
              <a:buNone/>
              <a:defRPr sz="1600"/>
            </a:lvl5pPr>
            <a:lvl6pPr algn="ctr">
              <a:lnSpc>
                <a:spcPct val="90000"/>
              </a:lnSpc>
              <a:spcBef>
                <a:spcPts val="500"/>
              </a:spcBef>
              <a:spcAft>
                <a:spcPts val="0"/>
              </a:spcAft>
              <a:buClr>
                <a:schemeClr val="dk1"/>
              </a:buClr>
              <a:buSzPts val="1600"/>
              <a:buNone/>
              <a:defRPr sz="1600"/>
            </a:lvl6pPr>
            <a:lvl7pPr algn="ctr">
              <a:lnSpc>
                <a:spcPct val="90000"/>
              </a:lnSpc>
              <a:spcBef>
                <a:spcPts val="500"/>
              </a:spcBef>
              <a:spcAft>
                <a:spcPts val="0"/>
              </a:spcAft>
              <a:buClr>
                <a:schemeClr val="dk1"/>
              </a:buClr>
              <a:buSzPts val="1600"/>
              <a:buNone/>
              <a:defRPr sz="1600"/>
            </a:lvl7pPr>
            <a:lvl8pPr algn="ctr">
              <a:lnSpc>
                <a:spcPct val="90000"/>
              </a:lnSpc>
              <a:spcBef>
                <a:spcPts val="500"/>
              </a:spcBef>
              <a:spcAft>
                <a:spcPts val="0"/>
              </a:spcAft>
              <a:buClr>
                <a:schemeClr val="dk1"/>
              </a:buClr>
              <a:buSzPts val="1600"/>
              <a:buNone/>
              <a:defRPr sz="1600"/>
            </a:lvl8pPr>
            <a:lvl9pPr algn="ctr">
              <a:lnSpc>
                <a:spcPct val="90000"/>
              </a:lnSpc>
              <a:spcBef>
                <a:spcPts val="500"/>
              </a:spcBef>
              <a:spcAft>
                <a:spcPts val="0"/>
              </a:spcAft>
              <a:buClr>
                <a:schemeClr val="dk1"/>
              </a:buClr>
              <a:buSzPts val="1600"/>
              <a:buNone/>
              <a:defRPr sz="1600"/>
            </a:lvl9pPr>
          </a:lstStyle>
          <a:p xmlns:a="http://schemas.openxmlformats.org/drawingml/2006/main">
            <a:endParaRPr/>
          </a:p>
        </p:txBody>
      </p:sp>
      <p:sp>
        <p:nvSpPr>
          <p:cNvPr id="27" name="Google Shape;27;p8">
            <a:extLst xmlns:a="http://schemas.openxmlformats.org/drawingml/2006/main">
              <a:ext uri="{FF2B5EF4-FFF2-40B4-BE49-F238E27FC236}">
                <a16:creationId xmlns:a16="http://schemas.microsoft.com/office/drawing/2014/main" id="{E815FD43-08AE-4C51-B1C9-5BF1ED842C2B}"/>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8" name="Google Shape;28;p8">
            <a:extLst xmlns:a="http://schemas.openxmlformats.org/drawingml/2006/main">
              <a:ext uri="{FF2B5EF4-FFF2-40B4-BE49-F238E27FC236}">
                <a16:creationId xmlns:a16="http://schemas.microsoft.com/office/drawing/2014/main" id="{ED3EF7CD-70DA-4F33-BE2C-BCACE6748D11}"/>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8">
            <a:extLst xmlns:a="http://schemas.openxmlformats.org/drawingml/2006/main">
              <a:ext uri="{FF2B5EF4-FFF2-40B4-BE49-F238E27FC236}">
                <a16:creationId xmlns:a16="http://schemas.microsoft.com/office/drawing/2014/main" id="{35374480-9281-40B3-81AF-B6F6FAF1DA51}"/>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31" name="Google Shape;31;p9">
            <a:extLst xmlns:a="http://schemas.openxmlformats.org/drawingml/2006/main">
              <a:ext uri="{FF2B5EF4-FFF2-40B4-BE49-F238E27FC236}">
                <a16:creationId xmlns:a16="http://schemas.microsoft.com/office/drawing/2014/main" id="{88AC9AF9-1E17-45C3-A7E3-3F6B7AAEE6B5}"/>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2" name="Google Shape;32;p9">
            <a:extLst xmlns:a="http://schemas.openxmlformats.org/drawingml/2006/main">
              <a:ext uri="{FF2B5EF4-FFF2-40B4-BE49-F238E27FC236}">
                <a16:creationId xmlns:a16="http://schemas.microsoft.com/office/drawing/2014/main" id="{A834DFDC-2C0B-4150-AF8F-58D6555DEAE2}"/>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xmlns:a="http://schemas.openxmlformats.org/drawingml/2006/main">
            <a:endParaRPr/>
          </a:p>
        </p:txBody>
      </p:sp>
      <p:sp>
        <p:nvSpPr>
          <p:cNvPr id="33" name="Google Shape;33;p9">
            <a:extLst xmlns:a="http://schemas.openxmlformats.org/drawingml/2006/main">
              <a:ext uri="{FF2B5EF4-FFF2-40B4-BE49-F238E27FC236}">
                <a16:creationId xmlns:a16="http://schemas.microsoft.com/office/drawing/2014/main" id="{F4C496B1-68A6-49A8-8A6F-32FC212BEC89}"/>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9">
            <a:extLst xmlns:a="http://schemas.openxmlformats.org/drawingml/2006/main">
              <a:ext uri="{FF2B5EF4-FFF2-40B4-BE49-F238E27FC236}">
                <a16:creationId xmlns:a16="http://schemas.microsoft.com/office/drawing/2014/main" id="{94E56DC8-4D88-42DE-9042-EAA9EF4C0A7C}"/>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5" name="Google Shape;35;p9">
            <a:extLst xmlns:a="http://schemas.openxmlformats.org/drawingml/2006/main">
              <a:ext uri="{FF2B5EF4-FFF2-40B4-BE49-F238E27FC236}">
                <a16:creationId xmlns:a16="http://schemas.microsoft.com/office/drawing/2014/main" id="{57377D8E-3D42-44D4-9FE7-1078F2C779AB}"/>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latin typeface="Times New Roman"/>
              <a:ea typeface="Times New Roman"/>
              <a:cs typeface="Times New Roman"/>
            </a:endParaRPr>
          </a:p>
        </p:txBody>
      </p:sp>
    </p:spTree>
  </p:cSld>
</p:sldLayout>
</file>

<file path=ppt/slideLayouts/slideLayout6.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37" name="Google Shape;37;p10">
            <a:extLst xmlns:a="http://schemas.openxmlformats.org/drawingml/2006/main">
              <a:ext uri="{FF2B5EF4-FFF2-40B4-BE49-F238E27FC236}">
                <a16:creationId xmlns:a16="http://schemas.microsoft.com/office/drawing/2014/main" id="{078684C7-A18A-4FCB-B0A5-F9A226EC2D97}"/>
              </a:ext>
            </a:extLst>
          </p:cNvPr>
          <p:cNvSpPr>
            <a:spLocks xmlns:a="http://schemas.openxmlformats.org/drawingml/2006/main" noGrp="1"/>
          </p:cNvSpPr>
          <p:nvPr>
            <p:ph type="title" idx="0"/>
          </p:nvPr>
        </p:nvSpPr>
        <p:spPr>
          <a:xfrm xmlns:a="http://schemas.openxmlformats.org/drawingml/2006/main">
            <a:off x="831850" y="1709738"/>
            <a:ext cx="10515600" cy="28527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lnSpc>
                <a:spcPct val="90000"/>
              </a:lnSpc>
              <a:spcBef>
                <a:spcPts val="0"/>
              </a:spcBef>
              <a:spcAft>
                <a:spcPts val="0"/>
              </a:spcAft>
              <a:buClr>
                <a:schemeClr val="dk1"/>
              </a:buClr>
              <a:buSzPts val="6000"/>
              <a:buFont typeface="Calibri"/>
              <a:buNone/>
              <a:defRPr sz="600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8" name="Google Shape;38;p10">
            <a:extLst xmlns:a="http://schemas.openxmlformats.org/drawingml/2006/main">
              <a:ext uri="{FF2B5EF4-FFF2-40B4-BE49-F238E27FC236}">
                <a16:creationId xmlns:a16="http://schemas.microsoft.com/office/drawing/2014/main" id="{9064D6AD-C677-4F46-90AA-D3FF579BAAAB}"/>
              </a:ext>
            </a:extLst>
          </p:cNvPr>
          <p:cNvSpPr>
            <a:spLocks xmlns:a="http://schemas.openxmlformats.org/drawingml/2006/main" noGrp="1"/>
          </p:cNvSpPr>
          <p:nvPr>
            <p:ph type="body" idx="1"/>
          </p:nvPr>
        </p:nvSpPr>
        <p:spPr>
          <a:xfrm xmlns:a="http://schemas.openxmlformats.org/drawingml/2006/main">
            <a:off x="831850" y="4589463"/>
            <a:ext cx="10515600" cy="15001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90000"/>
              </a:lnSpc>
              <a:spcBef>
                <a:spcPts val="1000"/>
              </a:spcBef>
              <a:spcAft>
                <a:spcPts val="0"/>
              </a:spcAft>
              <a:buClr>
                <a:srgbClr val="888888"/>
              </a:buClr>
              <a:buSzPts val="2400"/>
              <a:buNone/>
              <a:defRPr sz="2400">
                <a:solidFill>
                  <a:srgbClr val="888888"/>
                </a:solidFill>
              </a:defRPr>
            </a:lvl1pPr>
            <a:lvl2pPr marL="914400" indent="-228600" algn="l">
              <a:lnSpc>
                <a:spcPct val="90000"/>
              </a:lnSpc>
              <a:spcBef>
                <a:spcPts val="500"/>
              </a:spcBef>
              <a:spcAft>
                <a:spcPts val="0"/>
              </a:spcAft>
              <a:buClr>
                <a:srgbClr val="888888"/>
              </a:buClr>
              <a:buSzPts val="2000"/>
              <a:buNone/>
              <a:defRPr sz="2000">
                <a:solidFill>
                  <a:srgbClr val="888888"/>
                </a:solidFill>
              </a:defRPr>
            </a:lvl2pPr>
            <a:lvl3pPr marL="1371600" indent="-228600" algn="l">
              <a:lnSpc>
                <a:spcPct val="90000"/>
              </a:lnSpc>
              <a:spcBef>
                <a:spcPts val="500"/>
              </a:spcBef>
              <a:spcAft>
                <a:spcPts val="0"/>
              </a:spcAft>
              <a:buClr>
                <a:srgbClr val="888888"/>
              </a:buClr>
              <a:buSzPts val="1800"/>
              <a:buNone/>
              <a:defRPr sz="1800">
                <a:solidFill>
                  <a:srgbClr val="888888"/>
                </a:solidFill>
              </a:defRPr>
            </a:lvl3pPr>
            <a:lvl4pPr marL="1828800" indent="-228600" algn="l">
              <a:lnSpc>
                <a:spcPct val="90000"/>
              </a:lnSpc>
              <a:spcBef>
                <a:spcPts val="500"/>
              </a:spcBef>
              <a:spcAft>
                <a:spcPts val="0"/>
              </a:spcAft>
              <a:buClr>
                <a:srgbClr val="888888"/>
              </a:buClr>
              <a:buSzPts val="1600"/>
              <a:buNone/>
              <a:defRPr sz="1600">
                <a:solidFill>
                  <a:srgbClr val="888888"/>
                </a:solidFill>
              </a:defRPr>
            </a:lvl4pPr>
            <a:lvl5pPr marL="2286000" indent="-228600" algn="l">
              <a:lnSpc>
                <a:spcPct val="90000"/>
              </a:lnSpc>
              <a:spcBef>
                <a:spcPts val="500"/>
              </a:spcBef>
              <a:spcAft>
                <a:spcPts val="0"/>
              </a:spcAft>
              <a:buClr>
                <a:srgbClr val="888888"/>
              </a:buClr>
              <a:buSzPts val="1600"/>
              <a:buNone/>
              <a:defRPr sz="1600">
                <a:solidFill>
                  <a:srgbClr val="888888"/>
                </a:solidFill>
              </a:defRPr>
            </a:lvl5pPr>
            <a:lvl6pPr marL="2743200" indent="-228600" algn="l">
              <a:lnSpc>
                <a:spcPct val="90000"/>
              </a:lnSpc>
              <a:spcBef>
                <a:spcPts val="500"/>
              </a:spcBef>
              <a:spcAft>
                <a:spcPts val="0"/>
              </a:spcAft>
              <a:buClr>
                <a:srgbClr val="888888"/>
              </a:buClr>
              <a:buSzPts val="1600"/>
              <a:buNone/>
              <a:defRPr sz="1600">
                <a:solidFill>
                  <a:srgbClr val="888888"/>
                </a:solidFill>
              </a:defRPr>
            </a:lvl6pPr>
            <a:lvl7pPr marL="3200400" indent="-228600" algn="l">
              <a:lnSpc>
                <a:spcPct val="90000"/>
              </a:lnSpc>
              <a:spcBef>
                <a:spcPts val="500"/>
              </a:spcBef>
              <a:spcAft>
                <a:spcPts val="0"/>
              </a:spcAft>
              <a:buClr>
                <a:srgbClr val="888888"/>
              </a:buClr>
              <a:buSzPts val="1600"/>
              <a:buNone/>
              <a:defRPr sz="1600">
                <a:solidFill>
                  <a:srgbClr val="888888"/>
                </a:solidFill>
              </a:defRPr>
            </a:lvl7pPr>
            <a:lvl8pPr marL="3657600" indent="-228600" algn="l">
              <a:lnSpc>
                <a:spcPct val="90000"/>
              </a:lnSpc>
              <a:spcBef>
                <a:spcPts val="500"/>
              </a:spcBef>
              <a:spcAft>
                <a:spcPts val="0"/>
              </a:spcAft>
              <a:buClr>
                <a:srgbClr val="888888"/>
              </a:buClr>
              <a:buSzPts val="1600"/>
              <a:buNone/>
              <a:defRPr sz="1600">
                <a:solidFill>
                  <a:srgbClr val="888888"/>
                </a:solidFill>
              </a:defRPr>
            </a:lvl8pPr>
            <a:lvl9pPr marL="4114800" indent="-228600" algn="l">
              <a:lnSpc>
                <a:spcPct val="90000"/>
              </a:lnSpc>
              <a:spcBef>
                <a:spcPts val="500"/>
              </a:spcBef>
              <a:spcAft>
                <a:spcPts val="0"/>
              </a:spcAft>
              <a:buClr>
                <a:srgbClr val="888888"/>
              </a:buClr>
              <a:buSzPts val="1600"/>
              <a:buNone/>
              <a:defRPr sz="1600">
                <a:solidFill>
                  <a:srgbClr val="888888"/>
                </a:solidFill>
              </a:defRPr>
            </a:lvl9pPr>
          </a:lstStyle>
          <a:p xmlns:a="http://schemas.openxmlformats.org/drawingml/2006/main">
            <a:endParaRPr/>
          </a:p>
        </p:txBody>
      </p:sp>
      <p:sp>
        <p:nvSpPr>
          <p:cNvPr id="39" name="Google Shape;39;p10">
            <a:extLst xmlns:a="http://schemas.openxmlformats.org/drawingml/2006/main">
              <a:ext uri="{FF2B5EF4-FFF2-40B4-BE49-F238E27FC236}">
                <a16:creationId xmlns:a16="http://schemas.microsoft.com/office/drawing/2014/main" id="{4F1C1AF5-6E6D-4F26-8E70-4E0A49EFC2A4}"/>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0" name="Google Shape;40;p10">
            <a:extLst xmlns:a="http://schemas.openxmlformats.org/drawingml/2006/main">
              <a:ext uri="{FF2B5EF4-FFF2-40B4-BE49-F238E27FC236}">
                <a16:creationId xmlns:a16="http://schemas.microsoft.com/office/drawing/2014/main" id="{CADB6956-160B-4BC8-8C87-E03192277E44}"/>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10">
            <a:extLst xmlns:a="http://schemas.openxmlformats.org/drawingml/2006/main">
              <a:ext uri="{FF2B5EF4-FFF2-40B4-BE49-F238E27FC236}">
                <a16:creationId xmlns:a16="http://schemas.microsoft.com/office/drawing/2014/main" id="{63888D7D-1D66-4CE2-BF97-2676782E626B}"/>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3" name="Google Shape;43;p11">
            <a:extLst xmlns:a="http://schemas.openxmlformats.org/drawingml/2006/main">
              <a:ext uri="{FF2B5EF4-FFF2-40B4-BE49-F238E27FC236}">
                <a16:creationId xmlns:a16="http://schemas.microsoft.com/office/drawing/2014/main" id="{8F7636D4-54EA-49F6-958C-0444198B40FB}"/>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11">
            <a:extLst xmlns:a="http://schemas.openxmlformats.org/drawingml/2006/main">
              <a:ext uri="{FF2B5EF4-FFF2-40B4-BE49-F238E27FC236}">
                <a16:creationId xmlns:a16="http://schemas.microsoft.com/office/drawing/2014/main" id="{9AF764A2-3184-497B-AF8B-ADFADC067472}"/>
              </a:ext>
            </a:extLst>
          </p:cNvPr>
          <p:cNvSpPr>
            <a:spLocks xmlns:a="http://schemas.openxmlformats.org/drawingml/2006/main" noGrp="1"/>
          </p:cNvSpPr>
          <p:nvPr>
            <p:ph type="body" idx="1"/>
          </p:nvPr>
        </p:nvSpPr>
        <p:spPr>
          <a:xfrm xmlns:a="http://schemas.openxmlformats.org/drawingml/2006/main">
            <a:off x="838200" y="1825625"/>
            <a:ext cx="5181600" cy="43513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xmlns:a="http://schemas.openxmlformats.org/drawingml/2006/main">
            <a:endParaRPr/>
          </a:p>
        </p:txBody>
      </p:sp>
      <p:sp>
        <p:nvSpPr>
          <p:cNvPr id="45" name="Google Shape;45;p11">
            <a:extLst xmlns:a="http://schemas.openxmlformats.org/drawingml/2006/main">
              <a:ext uri="{FF2B5EF4-FFF2-40B4-BE49-F238E27FC236}">
                <a16:creationId xmlns:a16="http://schemas.microsoft.com/office/drawing/2014/main" id="{7611F76A-FC70-4A44-ACF0-87E39BF88E87}"/>
              </a:ext>
            </a:extLst>
          </p:cNvPr>
          <p:cNvSpPr>
            <a:spLocks xmlns:a="http://schemas.openxmlformats.org/drawingml/2006/main" noGrp="1"/>
          </p:cNvSpPr>
          <p:nvPr>
            <p:ph type="body" idx="2"/>
          </p:nvPr>
        </p:nvSpPr>
        <p:spPr>
          <a:xfrm xmlns:a="http://schemas.openxmlformats.org/drawingml/2006/main">
            <a:off x="6172200" y="1825625"/>
            <a:ext cx="5181600" cy="43513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xmlns:a="http://schemas.openxmlformats.org/drawingml/2006/main">
            <a:endParaRPr/>
          </a:p>
        </p:txBody>
      </p:sp>
      <p:sp>
        <p:nvSpPr>
          <p:cNvPr id="46" name="Google Shape;46;p11">
            <a:extLst xmlns:a="http://schemas.openxmlformats.org/drawingml/2006/main">
              <a:ext uri="{FF2B5EF4-FFF2-40B4-BE49-F238E27FC236}">
                <a16:creationId xmlns:a16="http://schemas.microsoft.com/office/drawing/2014/main" id="{F1872F27-DFAE-4762-B412-00A3D85FEA2C}"/>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7" name="Google Shape;47;p11">
            <a:extLst xmlns:a="http://schemas.openxmlformats.org/drawingml/2006/main">
              <a:ext uri="{FF2B5EF4-FFF2-40B4-BE49-F238E27FC236}">
                <a16:creationId xmlns:a16="http://schemas.microsoft.com/office/drawing/2014/main" id="{54744701-DD32-45AE-8AAD-F564F9F944D4}"/>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11">
            <a:extLst xmlns:a="http://schemas.openxmlformats.org/drawingml/2006/main">
              <a:ext uri="{FF2B5EF4-FFF2-40B4-BE49-F238E27FC236}">
                <a16:creationId xmlns:a16="http://schemas.microsoft.com/office/drawing/2014/main" id="{3329F3AD-7A36-4C5D-AF98-9132A58F8781}"/>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latin typeface="Times New Roman"/>
              <a:ea typeface="Times New Roman"/>
              <a:cs typeface="Times New Roman"/>
            </a:endParaRPr>
          </a:p>
        </p:txBody>
      </p:sp>
    </p:spTree>
  </p:cSld>
</p:sldLayout>
</file>

<file path=ppt/slideLayouts/slideLayout8.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0" name="Google Shape;50;p12">
            <a:extLst xmlns:a="http://schemas.openxmlformats.org/drawingml/2006/main">
              <a:ext uri="{FF2B5EF4-FFF2-40B4-BE49-F238E27FC236}">
                <a16:creationId xmlns:a16="http://schemas.microsoft.com/office/drawing/2014/main" id="{DFD1E0C9-BB0A-48E1-A4F4-DA5E53577E84}"/>
              </a:ext>
            </a:extLst>
          </p:cNvPr>
          <p:cNvSpPr>
            <a:spLocks xmlns:a="http://schemas.openxmlformats.org/drawingml/2006/main" noGrp="1"/>
          </p:cNvSpPr>
          <p:nvPr>
            <p:ph type="title" idx="0"/>
          </p:nvPr>
        </p:nvSpPr>
        <p:spPr>
          <a:xfrm xmlns:a="http://schemas.openxmlformats.org/drawingml/2006/main">
            <a:off x="839788" y="365125"/>
            <a:ext cx="10515600" cy="13255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12">
            <a:extLst xmlns:a="http://schemas.openxmlformats.org/drawingml/2006/main">
              <a:ext uri="{FF2B5EF4-FFF2-40B4-BE49-F238E27FC236}">
                <a16:creationId xmlns:a16="http://schemas.microsoft.com/office/drawing/2014/main" id="{A79CB590-13B6-4EF1-976C-EE7178F03C73}"/>
              </a:ext>
            </a:extLst>
          </p:cNvPr>
          <p:cNvSpPr>
            <a:spLocks xmlns:a="http://schemas.openxmlformats.org/drawingml/2006/main" noGrp="1"/>
          </p:cNvSpPr>
          <p:nvPr>
            <p:ph type="body" idx="1"/>
          </p:nvPr>
        </p:nvSpPr>
        <p:spPr>
          <a:xfrm xmlns:a="http://schemas.openxmlformats.org/drawingml/2006/main">
            <a:off x="839788" y="1681163"/>
            <a:ext cx="5157787" cy="8239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lnSpc>
                <a:spcPct val="90000"/>
              </a:lnSpc>
              <a:spcBef>
                <a:spcPts val="1000"/>
              </a:spcBef>
              <a:spcAft>
                <a:spcPts val="0"/>
              </a:spcAft>
              <a:buClr>
                <a:schemeClr val="dk1"/>
              </a:buClr>
              <a:buSzPts val="2400"/>
              <a:buNone/>
              <a:defRPr sz="2400" b="1"/>
            </a:lvl1pPr>
            <a:lvl2pPr marL="914400" indent="-228600" algn="l">
              <a:lnSpc>
                <a:spcPct val="90000"/>
              </a:lnSpc>
              <a:spcBef>
                <a:spcPts val="500"/>
              </a:spcBef>
              <a:spcAft>
                <a:spcPts val="0"/>
              </a:spcAft>
              <a:buClr>
                <a:schemeClr val="dk1"/>
              </a:buClr>
              <a:buSzPts val="2000"/>
              <a:buNone/>
              <a:defRPr sz="2000" b="1"/>
            </a:lvl2pPr>
            <a:lvl3pPr marL="1371600" indent="-228600" algn="l">
              <a:lnSpc>
                <a:spcPct val="90000"/>
              </a:lnSpc>
              <a:spcBef>
                <a:spcPts val="500"/>
              </a:spcBef>
              <a:spcAft>
                <a:spcPts val="0"/>
              </a:spcAft>
              <a:buClr>
                <a:schemeClr val="dk1"/>
              </a:buClr>
              <a:buSzPts val="1800"/>
              <a:buNone/>
              <a:defRPr sz="1800" b="1"/>
            </a:lvl3pPr>
            <a:lvl4pPr marL="1828800" indent="-228600" algn="l">
              <a:lnSpc>
                <a:spcPct val="90000"/>
              </a:lnSpc>
              <a:spcBef>
                <a:spcPts val="500"/>
              </a:spcBef>
              <a:spcAft>
                <a:spcPts val="0"/>
              </a:spcAft>
              <a:buClr>
                <a:schemeClr val="dk1"/>
              </a:buClr>
              <a:buSzPts val="1600"/>
              <a:buNone/>
              <a:defRPr sz="1600" b="1"/>
            </a:lvl4pPr>
            <a:lvl5pPr marL="2286000" indent="-228600" algn="l">
              <a:lnSpc>
                <a:spcPct val="90000"/>
              </a:lnSpc>
              <a:spcBef>
                <a:spcPts val="500"/>
              </a:spcBef>
              <a:spcAft>
                <a:spcPts val="0"/>
              </a:spcAft>
              <a:buClr>
                <a:schemeClr val="dk1"/>
              </a:buClr>
              <a:buSzPts val="1600"/>
              <a:buNone/>
              <a:defRPr sz="1600" b="1"/>
            </a:lvl5pPr>
            <a:lvl6pPr marL="2743200" indent="-228600" algn="l">
              <a:lnSpc>
                <a:spcPct val="90000"/>
              </a:lnSpc>
              <a:spcBef>
                <a:spcPts val="500"/>
              </a:spcBef>
              <a:spcAft>
                <a:spcPts val="0"/>
              </a:spcAft>
              <a:buClr>
                <a:schemeClr val="dk1"/>
              </a:buClr>
              <a:buSzPts val="1600"/>
              <a:buNone/>
              <a:defRPr sz="1600" b="1"/>
            </a:lvl6pPr>
            <a:lvl7pPr marL="3200400" indent="-228600" algn="l">
              <a:lnSpc>
                <a:spcPct val="90000"/>
              </a:lnSpc>
              <a:spcBef>
                <a:spcPts val="500"/>
              </a:spcBef>
              <a:spcAft>
                <a:spcPts val="0"/>
              </a:spcAft>
              <a:buClr>
                <a:schemeClr val="dk1"/>
              </a:buClr>
              <a:buSzPts val="1600"/>
              <a:buNone/>
              <a:defRPr sz="1600" b="1"/>
            </a:lvl7pPr>
            <a:lvl8pPr marL="3657600" indent="-228600" algn="l">
              <a:lnSpc>
                <a:spcPct val="90000"/>
              </a:lnSpc>
              <a:spcBef>
                <a:spcPts val="500"/>
              </a:spcBef>
              <a:spcAft>
                <a:spcPts val="0"/>
              </a:spcAft>
              <a:buClr>
                <a:schemeClr val="dk1"/>
              </a:buClr>
              <a:buSzPts val="1600"/>
              <a:buNone/>
              <a:defRPr sz="1600" b="1"/>
            </a:lvl8pPr>
            <a:lvl9pPr marL="4114800" indent="-228600" algn="l">
              <a:lnSpc>
                <a:spcPct val="90000"/>
              </a:lnSpc>
              <a:spcBef>
                <a:spcPts val="500"/>
              </a:spcBef>
              <a:spcAft>
                <a:spcPts val="0"/>
              </a:spcAft>
              <a:buClr>
                <a:schemeClr val="dk1"/>
              </a:buClr>
              <a:buSzPts val="1600"/>
              <a:buNone/>
              <a:defRPr sz="1600" b="1"/>
            </a:lvl9pPr>
          </a:lstStyle>
          <a:p xmlns:a="http://schemas.openxmlformats.org/drawingml/2006/main">
            <a:endParaRPr/>
          </a:p>
        </p:txBody>
      </p:sp>
      <p:sp>
        <p:nvSpPr>
          <p:cNvPr id="52" name="Google Shape;52;p12">
            <a:extLst xmlns:a="http://schemas.openxmlformats.org/drawingml/2006/main">
              <a:ext uri="{FF2B5EF4-FFF2-40B4-BE49-F238E27FC236}">
                <a16:creationId xmlns:a16="http://schemas.microsoft.com/office/drawing/2014/main" id="{86FB90F9-527E-46B0-B136-58208981D248}"/>
              </a:ext>
            </a:extLst>
          </p:cNvPr>
          <p:cNvSpPr>
            <a:spLocks xmlns:a="http://schemas.openxmlformats.org/drawingml/2006/main" noGrp="1"/>
          </p:cNvSpPr>
          <p:nvPr>
            <p:ph type="body" idx="2"/>
          </p:nvPr>
        </p:nvSpPr>
        <p:spPr>
          <a:xfrm xmlns:a="http://schemas.openxmlformats.org/drawingml/2006/main">
            <a:off x="839788" y="2505075"/>
            <a:ext cx="5157787" cy="36845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xmlns:a="http://schemas.openxmlformats.org/drawingml/2006/main">
            <a:endParaRPr/>
          </a:p>
        </p:txBody>
      </p:sp>
      <p:sp>
        <p:nvSpPr>
          <p:cNvPr id="53" name="Google Shape;53;p12">
            <a:extLst xmlns:a="http://schemas.openxmlformats.org/drawingml/2006/main">
              <a:ext uri="{FF2B5EF4-FFF2-40B4-BE49-F238E27FC236}">
                <a16:creationId xmlns:a16="http://schemas.microsoft.com/office/drawing/2014/main" id="{8E5CD266-E4A2-46BD-B99D-3D77F46EBD6D}"/>
              </a:ext>
            </a:extLst>
          </p:cNvPr>
          <p:cNvSpPr>
            <a:spLocks xmlns:a="http://schemas.openxmlformats.org/drawingml/2006/main" noGrp="1"/>
          </p:cNvSpPr>
          <p:nvPr>
            <p:ph type="body" idx="3"/>
          </p:nvPr>
        </p:nvSpPr>
        <p:spPr>
          <a:xfrm xmlns:a="http://schemas.openxmlformats.org/drawingml/2006/main">
            <a:off x="6172200" y="1681163"/>
            <a:ext cx="5183188" cy="8239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lnSpc>
                <a:spcPct val="90000"/>
              </a:lnSpc>
              <a:spcBef>
                <a:spcPts val="1000"/>
              </a:spcBef>
              <a:spcAft>
                <a:spcPts val="0"/>
              </a:spcAft>
              <a:buClr>
                <a:schemeClr val="dk1"/>
              </a:buClr>
              <a:buSzPts val="2400"/>
              <a:buNone/>
              <a:defRPr sz="2400" b="1"/>
            </a:lvl1pPr>
            <a:lvl2pPr marL="914400" indent="-228600" algn="l">
              <a:lnSpc>
                <a:spcPct val="90000"/>
              </a:lnSpc>
              <a:spcBef>
                <a:spcPts val="500"/>
              </a:spcBef>
              <a:spcAft>
                <a:spcPts val="0"/>
              </a:spcAft>
              <a:buClr>
                <a:schemeClr val="dk1"/>
              </a:buClr>
              <a:buSzPts val="2000"/>
              <a:buNone/>
              <a:defRPr sz="2000" b="1"/>
            </a:lvl2pPr>
            <a:lvl3pPr marL="1371600" indent="-228600" algn="l">
              <a:lnSpc>
                <a:spcPct val="90000"/>
              </a:lnSpc>
              <a:spcBef>
                <a:spcPts val="500"/>
              </a:spcBef>
              <a:spcAft>
                <a:spcPts val="0"/>
              </a:spcAft>
              <a:buClr>
                <a:schemeClr val="dk1"/>
              </a:buClr>
              <a:buSzPts val="1800"/>
              <a:buNone/>
              <a:defRPr sz="1800" b="1"/>
            </a:lvl3pPr>
            <a:lvl4pPr marL="1828800" indent="-228600" algn="l">
              <a:lnSpc>
                <a:spcPct val="90000"/>
              </a:lnSpc>
              <a:spcBef>
                <a:spcPts val="500"/>
              </a:spcBef>
              <a:spcAft>
                <a:spcPts val="0"/>
              </a:spcAft>
              <a:buClr>
                <a:schemeClr val="dk1"/>
              </a:buClr>
              <a:buSzPts val="1600"/>
              <a:buNone/>
              <a:defRPr sz="1600" b="1"/>
            </a:lvl4pPr>
            <a:lvl5pPr marL="2286000" indent="-228600" algn="l">
              <a:lnSpc>
                <a:spcPct val="90000"/>
              </a:lnSpc>
              <a:spcBef>
                <a:spcPts val="500"/>
              </a:spcBef>
              <a:spcAft>
                <a:spcPts val="0"/>
              </a:spcAft>
              <a:buClr>
                <a:schemeClr val="dk1"/>
              </a:buClr>
              <a:buSzPts val="1600"/>
              <a:buNone/>
              <a:defRPr sz="1600" b="1"/>
            </a:lvl5pPr>
            <a:lvl6pPr marL="2743200" indent="-228600" algn="l">
              <a:lnSpc>
                <a:spcPct val="90000"/>
              </a:lnSpc>
              <a:spcBef>
                <a:spcPts val="500"/>
              </a:spcBef>
              <a:spcAft>
                <a:spcPts val="0"/>
              </a:spcAft>
              <a:buClr>
                <a:schemeClr val="dk1"/>
              </a:buClr>
              <a:buSzPts val="1600"/>
              <a:buNone/>
              <a:defRPr sz="1600" b="1"/>
            </a:lvl6pPr>
            <a:lvl7pPr marL="3200400" indent="-228600" algn="l">
              <a:lnSpc>
                <a:spcPct val="90000"/>
              </a:lnSpc>
              <a:spcBef>
                <a:spcPts val="500"/>
              </a:spcBef>
              <a:spcAft>
                <a:spcPts val="0"/>
              </a:spcAft>
              <a:buClr>
                <a:schemeClr val="dk1"/>
              </a:buClr>
              <a:buSzPts val="1600"/>
              <a:buNone/>
              <a:defRPr sz="1600" b="1"/>
            </a:lvl7pPr>
            <a:lvl8pPr marL="3657600" indent="-228600" algn="l">
              <a:lnSpc>
                <a:spcPct val="90000"/>
              </a:lnSpc>
              <a:spcBef>
                <a:spcPts val="500"/>
              </a:spcBef>
              <a:spcAft>
                <a:spcPts val="0"/>
              </a:spcAft>
              <a:buClr>
                <a:schemeClr val="dk1"/>
              </a:buClr>
              <a:buSzPts val="1600"/>
              <a:buNone/>
              <a:defRPr sz="1600" b="1"/>
            </a:lvl8pPr>
            <a:lvl9pPr marL="4114800" indent="-228600" algn="l">
              <a:lnSpc>
                <a:spcPct val="90000"/>
              </a:lnSpc>
              <a:spcBef>
                <a:spcPts val="500"/>
              </a:spcBef>
              <a:spcAft>
                <a:spcPts val="0"/>
              </a:spcAft>
              <a:buClr>
                <a:schemeClr val="dk1"/>
              </a:buClr>
              <a:buSzPts val="1600"/>
              <a:buNone/>
              <a:defRPr sz="1600" b="1"/>
            </a:lvl9pPr>
          </a:lstStyle>
          <a:p xmlns:a="http://schemas.openxmlformats.org/drawingml/2006/main">
            <a:endParaRPr/>
          </a:p>
        </p:txBody>
      </p:sp>
      <p:sp>
        <p:nvSpPr>
          <p:cNvPr id="54" name="Google Shape;54;p12">
            <a:extLst xmlns:a="http://schemas.openxmlformats.org/drawingml/2006/main">
              <a:ext uri="{FF2B5EF4-FFF2-40B4-BE49-F238E27FC236}">
                <a16:creationId xmlns:a16="http://schemas.microsoft.com/office/drawing/2014/main" id="{D967982F-A7A8-43A9-B093-14D7FE3857F2}"/>
              </a:ext>
            </a:extLst>
          </p:cNvPr>
          <p:cNvSpPr>
            <a:spLocks xmlns:a="http://schemas.openxmlformats.org/drawingml/2006/main" noGrp="1"/>
          </p:cNvSpPr>
          <p:nvPr>
            <p:ph type="body" idx="4"/>
          </p:nvPr>
        </p:nvSpPr>
        <p:spPr>
          <a:xfrm xmlns:a="http://schemas.openxmlformats.org/drawingml/2006/main">
            <a:off x="6172200" y="2505075"/>
            <a:ext cx="5183188" cy="36845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xmlns:a="http://schemas.openxmlformats.org/drawingml/2006/main">
            <a:endParaRPr/>
          </a:p>
        </p:txBody>
      </p:sp>
      <p:sp>
        <p:nvSpPr>
          <p:cNvPr id="55" name="Google Shape;55;p12">
            <a:extLst xmlns:a="http://schemas.openxmlformats.org/drawingml/2006/main">
              <a:ext uri="{FF2B5EF4-FFF2-40B4-BE49-F238E27FC236}">
                <a16:creationId xmlns:a16="http://schemas.microsoft.com/office/drawing/2014/main" id="{A178EE13-5DC6-4E2E-8B11-A5AF7A0E5F59}"/>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6" name="Google Shape;56;p12">
            <a:extLst xmlns:a="http://schemas.openxmlformats.org/drawingml/2006/main">
              <a:ext uri="{FF2B5EF4-FFF2-40B4-BE49-F238E27FC236}">
                <a16:creationId xmlns:a16="http://schemas.microsoft.com/office/drawing/2014/main" id="{59C4FE12-5C8B-48D0-BBE4-3E4F698F04CC}"/>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7" name="Google Shape;57;p12">
            <a:extLst xmlns:a="http://schemas.openxmlformats.org/drawingml/2006/main">
              <a:ext uri="{FF2B5EF4-FFF2-40B4-BE49-F238E27FC236}">
                <a16:creationId xmlns:a16="http://schemas.microsoft.com/office/drawing/2014/main" id="{200B6E2E-2BD9-4D45-8634-8CD05924FE85}"/>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latin typeface="Times New Roman"/>
              <a:ea typeface="Times New Roman"/>
              <a:cs typeface="Times New Roman"/>
            </a:endParaRPr>
          </a:p>
        </p:txBody>
      </p:sp>
    </p:spTree>
  </p:cSld>
</p:sldLayout>
</file>

<file path=ppt/slideLayouts/slideLayout9.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59" name="Google Shape;59;p13">
            <a:extLst xmlns:a="http://schemas.openxmlformats.org/drawingml/2006/main">
              <a:ext uri="{FF2B5EF4-FFF2-40B4-BE49-F238E27FC236}">
                <a16:creationId xmlns:a16="http://schemas.microsoft.com/office/drawing/2014/main" id="{E3062FEC-A078-4D81-BD97-D873FB3DC370}"/>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13">
            <a:extLst xmlns:a="http://schemas.openxmlformats.org/drawingml/2006/main">
              <a:ext uri="{FF2B5EF4-FFF2-40B4-BE49-F238E27FC236}">
                <a16:creationId xmlns:a16="http://schemas.microsoft.com/office/drawing/2014/main" id="{F85CB5CC-122B-4A27-9BB7-D39BEA347F57}"/>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13">
            <a:extLst xmlns:a="http://schemas.openxmlformats.org/drawingml/2006/main">
              <a:ext uri="{FF2B5EF4-FFF2-40B4-BE49-F238E27FC236}">
                <a16:creationId xmlns:a16="http://schemas.microsoft.com/office/drawing/2014/main" id="{687159AD-A1A5-4ABF-9E66-053B970B1946}"/>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2" name="Google Shape;62;p13">
            <a:extLst xmlns:a="http://schemas.openxmlformats.org/drawingml/2006/main">
              <a:ext uri="{FF2B5EF4-FFF2-40B4-BE49-F238E27FC236}">
                <a16:creationId xmlns:a16="http://schemas.microsoft.com/office/drawing/2014/main" id="{9FA5DE34-FA3C-4D06-BD0F-28CCF2DC5CCB}"/>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latin typeface="Times New Roman"/>
              <a:ea typeface="Times New Roman"/>
              <a:cs typeface="Times New Roman"/>
            </a:endParaRPr>
          </a:p>
        </p:txBody>
      </p:sp>
    </p:spTree>
  </p:cSld>
</p:sldLayout>
</file>

<file path=ppt/slideLayouts/slideLayout10.xml><?xml version="1.0" encoding="utf-8"?>
<p:sldLayout xmlns:p="http://schemas.openxmlformats.org/presentationml/2006/main" matchingName="Blank">
  <p:cSld name="Blank">
    <p:spTree>
      <p:nvGrpSpPr>
        <p:cNvPr id="1" name=""/>
        <p:cNvGrpSpPr/>
        <p:nvPr/>
      </p:nvGrpSpPr>
      <p:grpSpPr>
        <a:xfrm xmlns:a="http://schemas.openxmlformats.org/drawingml/2006/main"/>
      </p:grpSpPr>
    </p:spTree>
  </p:cSld>
</p:sldLayout>
</file>

<file path=ppt/slideLayouts/slideLayout11.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5" name="Google Shape;65;p15">
            <a:extLst xmlns:a="http://schemas.openxmlformats.org/drawingml/2006/main">
              <a:ext uri="{FF2B5EF4-FFF2-40B4-BE49-F238E27FC236}">
                <a16:creationId xmlns:a16="http://schemas.microsoft.com/office/drawing/2014/main" id="{6AFCF623-6412-444A-BF1B-E3E9B41C1325}"/>
              </a:ext>
            </a:extLst>
          </p:cNvPr>
          <p:cNvSpPr>
            <a:spLocks xmlns:a="http://schemas.openxmlformats.org/drawingml/2006/main" noGrp="1"/>
          </p:cNvSpPr>
          <p:nvPr>
            <p:ph type="title" idx="0"/>
          </p:nvPr>
        </p:nvSpPr>
        <p:spPr>
          <a:xfrm xmlns:a="http://schemas.openxmlformats.org/drawingml/2006/main">
            <a:off x="839788" y="457200"/>
            <a:ext cx="3932237" cy="16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lnSpc>
                <a:spcPct val="90000"/>
              </a:lnSpc>
              <a:spcBef>
                <a:spcPts val="0"/>
              </a:spcBef>
              <a:spcAft>
                <a:spcPts val="0"/>
              </a:spcAft>
              <a:buClr>
                <a:schemeClr val="dk1"/>
              </a:buClr>
              <a:buSzPts val="3200"/>
              <a:buFont typeface="Calibri"/>
              <a:buNone/>
              <a:defRPr sz="320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6" name="Google Shape;66;p15">
            <a:extLst xmlns:a="http://schemas.openxmlformats.org/drawingml/2006/main">
              <a:ext uri="{FF2B5EF4-FFF2-40B4-BE49-F238E27FC236}">
                <a16:creationId xmlns:a16="http://schemas.microsoft.com/office/drawing/2014/main" id="{AF65AAAC-985E-4E9F-9A91-9DE2F989CF81}"/>
              </a:ext>
            </a:extLst>
          </p:cNvPr>
          <p:cNvSpPr>
            <a:spLocks xmlns:a="http://schemas.openxmlformats.org/drawingml/2006/main" noGrp="1"/>
          </p:cNvSpPr>
          <p:nvPr>
            <p:ph type="body" idx="1"/>
          </p:nvPr>
        </p:nvSpPr>
        <p:spPr>
          <a:xfrm xmlns:a="http://schemas.openxmlformats.org/drawingml/2006/main">
            <a:off x="5183188" y="987425"/>
            <a:ext cx="6172200" cy="48736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31800" algn="l">
              <a:lnSpc>
                <a:spcPct val="90000"/>
              </a:lnSpc>
              <a:spcBef>
                <a:spcPts val="1000"/>
              </a:spcBef>
              <a:spcAft>
                <a:spcPts val="0"/>
              </a:spcAft>
              <a:buClr>
                <a:schemeClr val="dk1"/>
              </a:buClr>
              <a:buSzPts val="3200"/>
              <a:buChar char="•"/>
              <a:defRPr sz="3200"/>
            </a:lvl1pPr>
            <a:lvl2pPr marL="914400" indent="-406400" algn="l">
              <a:lnSpc>
                <a:spcPct val="90000"/>
              </a:lnSpc>
              <a:spcBef>
                <a:spcPts val="500"/>
              </a:spcBef>
              <a:spcAft>
                <a:spcPts val="0"/>
              </a:spcAft>
              <a:buClr>
                <a:schemeClr val="dk1"/>
              </a:buClr>
              <a:buSzPts val="2800"/>
              <a:buChar char="•"/>
              <a:defRPr sz="2800"/>
            </a:lvl2pPr>
            <a:lvl3pPr marL="1371600" indent="-381000" algn="l">
              <a:lnSpc>
                <a:spcPct val="90000"/>
              </a:lnSpc>
              <a:spcBef>
                <a:spcPts val="500"/>
              </a:spcBef>
              <a:spcAft>
                <a:spcPts val="0"/>
              </a:spcAft>
              <a:buClr>
                <a:schemeClr val="dk1"/>
              </a:buClr>
              <a:buSzPts val="2400"/>
              <a:buChar char="•"/>
              <a:defRPr sz="2400"/>
            </a:lvl3pPr>
            <a:lvl4pPr marL="1828800" indent="-355600" algn="l">
              <a:lnSpc>
                <a:spcPct val="90000"/>
              </a:lnSpc>
              <a:spcBef>
                <a:spcPts val="500"/>
              </a:spcBef>
              <a:spcAft>
                <a:spcPts val="0"/>
              </a:spcAft>
              <a:buClr>
                <a:schemeClr val="dk1"/>
              </a:buClr>
              <a:buSzPts val="2000"/>
              <a:buChar char="•"/>
              <a:defRPr sz="2000"/>
            </a:lvl4pPr>
            <a:lvl5pPr marL="2286000" indent="-355600" algn="l">
              <a:lnSpc>
                <a:spcPct val="90000"/>
              </a:lnSpc>
              <a:spcBef>
                <a:spcPts val="500"/>
              </a:spcBef>
              <a:spcAft>
                <a:spcPts val="0"/>
              </a:spcAft>
              <a:buClr>
                <a:schemeClr val="dk1"/>
              </a:buClr>
              <a:buSzPts val="2000"/>
              <a:buChar char="•"/>
              <a:defRPr sz="2000"/>
            </a:lvl5pPr>
            <a:lvl6pPr marL="2743200" indent="-355600" algn="l">
              <a:lnSpc>
                <a:spcPct val="90000"/>
              </a:lnSpc>
              <a:spcBef>
                <a:spcPts val="500"/>
              </a:spcBef>
              <a:spcAft>
                <a:spcPts val="0"/>
              </a:spcAft>
              <a:buClr>
                <a:schemeClr val="dk1"/>
              </a:buClr>
              <a:buSzPts val="2000"/>
              <a:buChar char="•"/>
              <a:defRPr sz="2000"/>
            </a:lvl6pPr>
            <a:lvl7pPr marL="3200400" indent="-355600" algn="l">
              <a:lnSpc>
                <a:spcPct val="90000"/>
              </a:lnSpc>
              <a:spcBef>
                <a:spcPts val="500"/>
              </a:spcBef>
              <a:spcAft>
                <a:spcPts val="0"/>
              </a:spcAft>
              <a:buClr>
                <a:schemeClr val="dk1"/>
              </a:buClr>
              <a:buSzPts val="2000"/>
              <a:buChar char="•"/>
              <a:defRPr sz="2000"/>
            </a:lvl7pPr>
            <a:lvl8pPr marL="3657600" indent="-355600" algn="l">
              <a:lnSpc>
                <a:spcPct val="90000"/>
              </a:lnSpc>
              <a:spcBef>
                <a:spcPts val="500"/>
              </a:spcBef>
              <a:spcAft>
                <a:spcPts val="0"/>
              </a:spcAft>
              <a:buClr>
                <a:schemeClr val="dk1"/>
              </a:buClr>
              <a:buSzPts val="2000"/>
              <a:buChar char="•"/>
              <a:defRPr sz="2000"/>
            </a:lvl8pPr>
            <a:lvl9pPr marL="4114800" indent="-355600" algn="l">
              <a:lnSpc>
                <a:spcPct val="90000"/>
              </a:lnSpc>
              <a:spcBef>
                <a:spcPts val="500"/>
              </a:spcBef>
              <a:spcAft>
                <a:spcPts val="0"/>
              </a:spcAft>
              <a:buClr>
                <a:schemeClr val="dk1"/>
              </a:buClr>
              <a:buSzPts val="2000"/>
              <a:buChar char="•"/>
              <a:defRPr sz="2000"/>
            </a:lvl9pPr>
          </a:lstStyle>
          <a:p xmlns:a="http://schemas.openxmlformats.org/drawingml/2006/main">
            <a:endParaRPr/>
          </a:p>
        </p:txBody>
      </p:sp>
      <p:sp>
        <p:nvSpPr>
          <p:cNvPr id="67" name="Google Shape;67;p15">
            <a:extLst xmlns:a="http://schemas.openxmlformats.org/drawingml/2006/main">
              <a:ext uri="{FF2B5EF4-FFF2-40B4-BE49-F238E27FC236}">
                <a16:creationId xmlns:a16="http://schemas.microsoft.com/office/drawing/2014/main" id="{D5303F5F-63E0-494B-9DF2-BBDA23D1618C}"/>
              </a:ext>
            </a:extLst>
          </p:cNvPr>
          <p:cNvSpPr>
            <a:spLocks xmlns:a="http://schemas.openxmlformats.org/drawingml/2006/main" noGrp="1"/>
          </p:cNvSpPr>
          <p:nvPr>
            <p:ph type="body" idx="2"/>
          </p:nvPr>
        </p:nvSpPr>
        <p:spPr>
          <a:xfrm xmlns:a="http://schemas.openxmlformats.org/drawingml/2006/main">
            <a:off x="839788" y="2057400"/>
            <a:ext cx="3932237" cy="38115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90000"/>
              </a:lnSpc>
              <a:spcBef>
                <a:spcPts val="1000"/>
              </a:spcBef>
              <a:spcAft>
                <a:spcPts val="0"/>
              </a:spcAft>
              <a:buClr>
                <a:schemeClr val="dk1"/>
              </a:buClr>
              <a:buSzPts val="1600"/>
              <a:buNone/>
              <a:defRPr sz="1600"/>
            </a:lvl1pPr>
            <a:lvl2pPr marL="914400" indent="-228600" algn="l">
              <a:lnSpc>
                <a:spcPct val="90000"/>
              </a:lnSpc>
              <a:spcBef>
                <a:spcPts val="500"/>
              </a:spcBef>
              <a:spcAft>
                <a:spcPts val="0"/>
              </a:spcAft>
              <a:buClr>
                <a:schemeClr val="dk1"/>
              </a:buClr>
              <a:buSzPts val="1400"/>
              <a:buNone/>
              <a:defRPr sz="1400"/>
            </a:lvl2pPr>
            <a:lvl3pPr marL="1371600" indent="-228600" algn="l">
              <a:lnSpc>
                <a:spcPct val="90000"/>
              </a:lnSpc>
              <a:spcBef>
                <a:spcPts val="500"/>
              </a:spcBef>
              <a:spcAft>
                <a:spcPts val="0"/>
              </a:spcAft>
              <a:buClr>
                <a:schemeClr val="dk1"/>
              </a:buClr>
              <a:buSzPts val="1200"/>
              <a:buNone/>
              <a:defRPr sz="1200"/>
            </a:lvl3pPr>
            <a:lvl4pPr marL="1828800" indent="-228600" algn="l">
              <a:lnSpc>
                <a:spcPct val="90000"/>
              </a:lnSpc>
              <a:spcBef>
                <a:spcPts val="500"/>
              </a:spcBef>
              <a:spcAft>
                <a:spcPts val="0"/>
              </a:spcAft>
              <a:buClr>
                <a:schemeClr val="dk1"/>
              </a:buClr>
              <a:buSzPts val="1000"/>
              <a:buNone/>
              <a:defRPr sz="1000"/>
            </a:lvl4pPr>
            <a:lvl5pPr marL="2286000" indent="-228600" algn="l">
              <a:lnSpc>
                <a:spcPct val="90000"/>
              </a:lnSpc>
              <a:spcBef>
                <a:spcPts val="500"/>
              </a:spcBef>
              <a:spcAft>
                <a:spcPts val="0"/>
              </a:spcAft>
              <a:buClr>
                <a:schemeClr val="dk1"/>
              </a:buClr>
              <a:buSzPts val="1000"/>
              <a:buNone/>
              <a:defRPr sz="1000"/>
            </a:lvl5pPr>
            <a:lvl6pPr marL="2743200" indent="-228600" algn="l">
              <a:lnSpc>
                <a:spcPct val="90000"/>
              </a:lnSpc>
              <a:spcBef>
                <a:spcPts val="500"/>
              </a:spcBef>
              <a:spcAft>
                <a:spcPts val="0"/>
              </a:spcAft>
              <a:buClr>
                <a:schemeClr val="dk1"/>
              </a:buClr>
              <a:buSzPts val="1000"/>
              <a:buNone/>
              <a:defRPr sz="1000"/>
            </a:lvl6pPr>
            <a:lvl7pPr marL="3200400" indent="-228600" algn="l">
              <a:lnSpc>
                <a:spcPct val="90000"/>
              </a:lnSpc>
              <a:spcBef>
                <a:spcPts val="500"/>
              </a:spcBef>
              <a:spcAft>
                <a:spcPts val="0"/>
              </a:spcAft>
              <a:buClr>
                <a:schemeClr val="dk1"/>
              </a:buClr>
              <a:buSzPts val="1000"/>
              <a:buNone/>
              <a:defRPr sz="1000"/>
            </a:lvl7pPr>
            <a:lvl8pPr marL="3657600" indent="-228600" algn="l">
              <a:lnSpc>
                <a:spcPct val="90000"/>
              </a:lnSpc>
              <a:spcBef>
                <a:spcPts val="500"/>
              </a:spcBef>
              <a:spcAft>
                <a:spcPts val="0"/>
              </a:spcAft>
              <a:buClr>
                <a:schemeClr val="dk1"/>
              </a:buClr>
              <a:buSzPts val="1000"/>
              <a:buNone/>
              <a:defRPr sz="1000"/>
            </a:lvl8pPr>
            <a:lvl9pPr marL="4114800" indent="-228600" algn="l">
              <a:lnSpc>
                <a:spcPct val="90000"/>
              </a:lnSpc>
              <a:spcBef>
                <a:spcPts val="500"/>
              </a:spcBef>
              <a:spcAft>
                <a:spcPts val="0"/>
              </a:spcAft>
              <a:buClr>
                <a:schemeClr val="dk1"/>
              </a:buClr>
              <a:buSzPts val="1000"/>
              <a:buNone/>
              <a:defRPr sz="1000"/>
            </a:lvl9pPr>
          </a:lstStyle>
          <a:p xmlns:a="http://schemas.openxmlformats.org/drawingml/2006/main">
            <a:endParaRPr/>
          </a:p>
        </p:txBody>
      </p:sp>
      <p:sp>
        <p:nvSpPr>
          <p:cNvPr id="68" name="Google Shape;68;p15">
            <a:extLst xmlns:a="http://schemas.openxmlformats.org/drawingml/2006/main">
              <a:ext uri="{FF2B5EF4-FFF2-40B4-BE49-F238E27FC236}">
                <a16:creationId xmlns:a16="http://schemas.microsoft.com/office/drawing/2014/main" id="{9540304F-96D3-4B76-A2B5-143D98B582DF}"/>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9" name="Google Shape;69;p15">
            <a:extLst xmlns:a="http://schemas.openxmlformats.org/drawingml/2006/main">
              <a:ext uri="{FF2B5EF4-FFF2-40B4-BE49-F238E27FC236}">
                <a16:creationId xmlns:a16="http://schemas.microsoft.com/office/drawing/2014/main" id="{21D61D0E-FAAC-4A1B-A3E1-D246137A04CA}"/>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0" name="Google Shape;70;p15">
            <a:extLst xmlns:a="http://schemas.openxmlformats.org/drawingml/2006/main">
              <a:ext uri="{FF2B5EF4-FFF2-40B4-BE49-F238E27FC236}">
                <a16:creationId xmlns:a16="http://schemas.microsoft.com/office/drawing/2014/main" id="{71F6CA78-6017-47C3-A601-7841F067C28D}"/>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latin typeface="Times New Roman"/>
              <a:ea typeface="Times New Roman"/>
              <a:cs typeface="Times New Roman"/>
            </a:endParaRPr>
          </a:p>
        </p:txBody>
      </p:sp>
    </p:spTree>
  </p:cSld>
</p:sldLayout>
</file>

<file path=ppt/slideLayouts/slideLayout12.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2" name="Google Shape;72;p16">
            <a:extLst xmlns:a="http://schemas.openxmlformats.org/drawingml/2006/main">
              <a:ext uri="{FF2B5EF4-FFF2-40B4-BE49-F238E27FC236}">
                <a16:creationId xmlns:a16="http://schemas.microsoft.com/office/drawing/2014/main" id="{6C431B34-A83B-4528-BE1D-EBFD5559123C}"/>
              </a:ext>
            </a:extLst>
          </p:cNvPr>
          <p:cNvSpPr>
            <a:spLocks xmlns:a="http://schemas.openxmlformats.org/drawingml/2006/main" noGrp="1"/>
          </p:cNvSpPr>
          <p:nvPr>
            <p:ph type="title" idx="0"/>
          </p:nvPr>
        </p:nvSpPr>
        <p:spPr>
          <a:xfrm xmlns:a="http://schemas.openxmlformats.org/drawingml/2006/main">
            <a:off x="839788" y="457200"/>
            <a:ext cx="3932237" cy="16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lnSpc>
                <a:spcPct val="90000"/>
              </a:lnSpc>
              <a:spcBef>
                <a:spcPts val="0"/>
              </a:spcBef>
              <a:spcAft>
                <a:spcPts val="0"/>
              </a:spcAft>
              <a:buClr>
                <a:schemeClr val="dk1"/>
              </a:buClr>
              <a:buSzPts val="3200"/>
              <a:buFont typeface="Calibri"/>
              <a:buNone/>
              <a:defRPr sz="320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3" name="Google Shape;73;p16">
            <a:extLst xmlns:a="http://schemas.openxmlformats.org/drawingml/2006/main">
              <a:ext uri="{FF2B5EF4-FFF2-40B4-BE49-F238E27FC236}">
                <a16:creationId xmlns:a16="http://schemas.microsoft.com/office/drawing/2014/main" id="{FB4935A1-D76D-4B64-B698-483ED0906E95}"/>
              </a:ext>
            </a:extLst>
          </p:cNvPr>
          <p:cNvSpPr>
            <a:spLocks xmlns:a="http://schemas.openxmlformats.org/drawingml/2006/main" noGrp="1"/>
          </p:cNvSpPr>
          <p:nvPr>
            <p:ph type="pic" idx="2"/>
          </p:nvPr>
        </p:nvSpPr>
        <p:spPr>
          <a:xfrm xmlns:a="http://schemas.openxmlformats.org/drawingml/2006/main">
            <a:off x="5183188" y="987425"/>
            <a:ext cx="6172200" cy="4873625"/>
          </a:xfrm>
          <a:prstGeom xmlns:a="http://schemas.openxmlformats.org/drawingml/2006/main" prst="rect">
            <a:avLst/>
          </a:prstGeom>
          <a:noFill xmlns:a="http://schemas.openxmlformats.org/drawingml/2006/main"/>
          <a:ln xmlns:a="http://schemas.openxmlformats.org/drawingml/2006/main">
            <a:noFill/>
          </a:ln>
        </p:spPr>
      </p:sp>
      <p:sp>
        <p:nvSpPr>
          <p:cNvPr id="74" name="Google Shape;74;p16">
            <a:extLst xmlns:a="http://schemas.openxmlformats.org/drawingml/2006/main">
              <a:ext uri="{FF2B5EF4-FFF2-40B4-BE49-F238E27FC236}">
                <a16:creationId xmlns:a16="http://schemas.microsoft.com/office/drawing/2014/main" id="{90C04B0B-A931-41DB-9DA6-90DD6E74D8CE}"/>
              </a:ext>
            </a:extLst>
          </p:cNvPr>
          <p:cNvSpPr>
            <a:spLocks xmlns:a="http://schemas.openxmlformats.org/drawingml/2006/main" noGrp="1"/>
          </p:cNvSpPr>
          <p:nvPr>
            <p:ph type="body" idx="1"/>
          </p:nvPr>
        </p:nvSpPr>
        <p:spPr>
          <a:xfrm xmlns:a="http://schemas.openxmlformats.org/drawingml/2006/main">
            <a:off x="839788" y="2057400"/>
            <a:ext cx="3932237" cy="38115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90000"/>
              </a:lnSpc>
              <a:spcBef>
                <a:spcPts val="1000"/>
              </a:spcBef>
              <a:spcAft>
                <a:spcPts val="0"/>
              </a:spcAft>
              <a:buClr>
                <a:schemeClr val="dk1"/>
              </a:buClr>
              <a:buSzPts val="1600"/>
              <a:buNone/>
              <a:defRPr sz="1600"/>
            </a:lvl1pPr>
            <a:lvl2pPr marL="914400" indent="-228600" algn="l">
              <a:lnSpc>
                <a:spcPct val="90000"/>
              </a:lnSpc>
              <a:spcBef>
                <a:spcPts val="500"/>
              </a:spcBef>
              <a:spcAft>
                <a:spcPts val="0"/>
              </a:spcAft>
              <a:buClr>
                <a:schemeClr val="dk1"/>
              </a:buClr>
              <a:buSzPts val="1400"/>
              <a:buNone/>
              <a:defRPr sz="1400"/>
            </a:lvl2pPr>
            <a:lvl3pPr marL="1371600" indent="-228600" algn="l">
              <a:lnSpc>
                <a:spcPct val="90000"/>
              </a:lnSpc>
              <a:spcBef>
                <a:spcPts val="500"/>
              </a:spcBef>
              <a:spcAft>
                <a:spcPts val="0"/>
              </a:spcAft>
              <a:buClr>
                <a:schemeClr val="dk1"/>
              </a:buClr>
              <a:buSzPts val="1200"/>
              <a:buNone/>
              <a:defRPr sz="1200"/>
            </a:lvl3pPr>
            <a:lvl4pPr marL="1828800" indent="-228600" algn="l">
              <a:lnSpc>
                <a:spcPct val="90000"/>
              </a:lnSpc>
              <a:spcBef>
                <a:spcPts val="500"/>
              </a:spcBef>
              <a:spcAft>
                <a:spcPts val="0"/>
              </a:spcAft>
              <a:buClr>
                <a:schemeClr val="dk1"/>
              </a:buClr>
              <a:buSzPts val="1000"/>
              <a:buNone/>
              <a:defRPr sz="1000"/>
            </a:lvl4pPr>
            <a:lvl5pPr marL="2286000" indent="-228600" algn="l">
              <a:lnSpc>
                <a:spcPct val="90000"/>
              </a:lnSpc>
              <a:spcBef>
                <a:spcPts val="500"/>
              </a:spcBef>
              <a:spcAft>
                <a:spcPts val="0"/>
              </a:spcAft>
              <a:buClr>
                <a:schemeClr val="dk1"/>
              </a:buClr>
              <a:buSzPts val="1000"/>
              <a:buNone/>
              <a:defRPr sz="1000"/>
            </a:lvl5pPr>
            <a:lvl6pPr marL="2743200" indent="-228600" algn="l">
              <a:lnSpc>
                <a:spcPct val="90000"/>
              </a:lnSpc>
              <a:spcBef>
                <a:spcPts val="500"/>
              </a:spcBef>
              <a:spcAft>
                <a:spcPts val="0"/>
              </a:spcAft>
              <a:buClr>
                <a:schemeClr val="dk1"/>
              </a:buClr>
              <a:buSzPts val="1000"/>
              <a:buNone/>
              <a:defRPr sz="1000"/>
            </a:lvl6pPr>
            <a:lvl7pPr marL="3200400" indent="-228600" algn="l">
              <a:lnSpc>
                <a:spcPct val="90000"/>
              </a:lnSpc>
              <a:spcBef>
                <a:spcPts val="500"/>
              </a:spcBef>
              <a:spcAft>
                <a:spcPts val="0"/>
              </a:spcAft>
              <a:buClr>
                <a:schemeClr val="dk1"/>
              </a:buClr>
              <a:buSzPts val="1000"/>
              <a:buNone/>
              <a:defRPr sz="1000"/>
            </a:lvl7pPr>
            <a:lvl8pPr marL="3657600" indent="-228600" algn="l">
              <a:lnSpc>
                <a:spcPct val="90000"/>
              </a:lnSpc>
              <a:spcBef>
                <a:spcPts val="500"/>
              </a:spcBef>
              <a:spcAft>
                <a:spcPts val="0"/>
              </a:spcAft>
              <a:buClr>
                <a:schemeClr val="dk1"/>
              </a:buClr>
              <a:buSzPts val="1000"/>
              <a:buNone/>
              <a:defRPr sz="1000"/>
            </a:lvl8pPr>
            <a:lvl9pPr marL="4114800" indent="-228600" algn="l">
              <a:lnSpc>
                <a:spcPct val="90000"/>
              </a:lnSpc>
              <a:spcBef>
                <a:spcPts val="500"/>
              </a:spcBef>
              <a:spcAft>
                <a:spcPts val="0"/>
              </a:spcAft>
              <a:buClr>
                <a:schemeClr val="dk1"/>
              </a:buClr>
              <a:buSzPts val="1000"/>
              <a:buNone/>
              <a:defRPr sz="1000"/>
            </a:lvl9pPr>
          </a:lstStyle>
          <a:p xmlns:a="http://schemas.openxmlformats.org/drawingml/2006/main">
            <a:endParaRPr/>
          </a:p>
        </p:txBody>
      </p:sp>
      <p:sp>
        <p:nvSpPr>
          <p:cNvPr id="75" name="Google Shape;75;p16">
            <a:extLst xmlns:a="http://schemas.openxmlformats.org/drawingml/2006/main">
              <a:ext uri="{FF2B5EF4-FFF2-40B4-BE49-F238E27FC236}">
                <a16:creationId xmlns:a16="http://schemas.microsoft.com/office/drawing/2014/main" id="{3C0D3610-09A5-4C46-B854-FD3C06CC834F}"/>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6" name="Google Shape;76;p16">
            <a:extLst xmlns:a="http://schemas.openxmlformats.org/drawingml/2006/main">
              <a:ext uri="{FF2B5EF4-FFF2-40B4-BE49-F238E27FC236}">
                <a16:creationId xmlns:a16="http://schemas.microsoft.com/office/drawing/2014/main" id="{58997674-4CE3-4461-8F96-F4889754B9F9}"/>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7" name="Google Shape;77;p16">
            <a:extLst xmlns:a="http://schemas.openxmlformats.org/drawingml/2006/main">
              <a:ext uri="{FF2B5EF4-FFF2-40B4-BE49-F238E27FC236}">
                <a16:creationId xmlns:a16="http://schemas.microsoft.com/office/drawing/2014/main" id="{55B82C32-85AE-4185-A23B-256EBFBDEC90}"/>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latin typeface="Times New Roman"/>
              <a:ea typeface="Times New Roman"/>
              <a:cs typeface="Times New Roman"/>
            </a:endParaRPr>
          </a:p>
        </p:txBody>
      </p:sp>
    </p:spTree>
  </p:cSld>
</p:sldLayout>
</file>

<file path=ppt/slideLayouts/slideLayout13.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9" name="Google Shape;79;p17">
            <a:extLst xmlns:a="http://schemas.openxmlformats.org/drawingml/2006/main">
              <a:ext uri="{FF2B5EF4-FFF2-40B4-BE49-F238E27FC236}">
                <a16:creationId xmlns:a16="http://schemas.microsoft.com/office/drawing/2014/main" id="{780B23AE-B640-4228-B2F0-CC62CFE1AAC3}"/>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7">
            <a:extLst xmlns:a="http://schemas.openxmlformats.org/drawingml/2006/main">
              <a:ext uri="{FF2B5EF4-FFF2-40B4-BE49-F238E27FC236}">
                <a16:creationId xmlns:a16="http://schemas.microsoft.com/office/drawing/2014/main" id="{662D927A-7B60-4EC7-BB19-7E5C3930258F}"/>
              </a:ext>
            </a:extLst>
          </p:cNvPr>
          <p:cNvSpPr>
            <a:spLocks xmlns:a="http://schemas.openxmlformats.org/drawingml/2006/main" noGrp="1"/>
          </p:cNvSpPr>
          <p:nvPr>
            <p:ph type="body" idx="1"/>
          </p:nvPr>
        </p:nvSpPr>
        <p:spPr>
          <a:xfrm xmlns:a="http://schemas.openxmlformats.org/drawingml/2006/main" rot="5400000">
            <a:off x="3920331" y="-1256506"/>
            <a:ext cx="4351338" cy="10515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xmlns:a="http://schemas.openxmlformats.org/drawingml/2006/main">
            <a:endParaRPr/>
          </a:p>
        </p:txBody>
      </p:sp>
      <p:sp>
        <p:nvSpPr>
          <p:cNvPr id="81" name="Google Shape;81;p17">
            <a:extLst xmlns:a="http://schemas.openxmlformats.org/drawingml/2006/main">
              <a:ext uri="{FF2B5EF4-FFF2-40B4-BE49-F238E27FC236}">
                <a16:creationId xmlns:a16="http://schemas.microsoft.com/office/drawing/2014/main" id="{F92E3795-0D00-40F9-BD96-BE92365BCFA6}"/>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2" name="Google Shape;82;p17">
            <a:extLst xmlns:a="http://schemas.openxmlformats.org/drawingml/2006/main">
              <a:ext uri="{FF2B5EF4-FFF2-40B4-BE49-F238E27FC236}">
                <a16:creationId xmlns:a16="http://schemas.microsoft.com/office/drawing/2014/main" id="{56274984-2DE8-42F1-AF55-8B2D0EC5DD48}"/>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3" name="Google Shape;83;p17">
            <a:extLst xmlns:a="http://schemas.openxmlformats.org/drawingml/2006/main">
              <a:ext uri="{FF2B5EF4-FFF2-40B4-BE49-F238E27FC236}">
                <a16:creationId xmlns:a16="http://schemas.microsoft.com/office/drawing/2014/main" id="{B44A95BF-CFA6-4BEA-B4B4-B5622E28487B}"/>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latin typeface="Times New Roman"/>
              <a:ea typeface="Times New Roman"/>
              <a:cs typeface="Times New Roman"/>
            </a:endParaRPr>
          </a:p>
        </p:txBody>
      </p:sp>
    </p:spTree>
  </p:cSld>
</p:sldLayout>
</file>

<file path=ppt/slideLayouts/slideLayout14.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5" name="Google Shape;85;p18">
            <a:extLst xmlns:a="http://schemas.openxmlformats.org/drawingml/2006/main">
              <a:ext uri="{FF2B5EF4-FFF2-40B4-BE49-F238E27FC236}">
                <a16:creationId xmlns:a16="http://schemas.microsoft.com/office/drawing/2014/main" id="{5A226BEF-29FF-4636-924A-52B93149FADA}"/>
              </a:ext>
            </a:extLst>
          </p:cNvPr>
          <p:cNvSpPr>
            <a:spLocks xmlns:a="http://schemas.openxmlformats.org/drawingml/2006/main" noGrp="1"/>
          </p:cNvSpPr>
          <p:nvPr>
            <p:ph type="title" idx="0"/>
          </p:nvPr>
        </p:nvSpPr>
        <p:spPr>
          <a:xfrm xmlns:a="http://schemas.openxmlformats.org/drawingml/2006/main" rot="5400000">
            <a:off x="7133431" y="1956594"/>
            <a:ext cx="5811838" cy="262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8">
            <a:extLst xmlns:a="http://schemas.openxmlformats.org/drawingml/2006/main">
              <a:ext uri="{FF2B5EF4-FFF2-40B4-BE49-F238E27FC236}">
                <a16:creationId xmlns:a16="http://schemas.microsoft.com/office/drawing/2014/main" id="{EB5991FE-5584-4FF9-A197-5901DF10F78F}"/>
              </a:ext>
            </a:extLst>
          </p:cNvPr>
          <p:cNvSpPr>
            <a:spLocks xmlns:a="http://schemas.openxmlformats.org/drawingml/2006/main" noGrp="1"/>
          </p:cNvSpPr>
          <p:nvPr>
            <p:ph type="body" idx="1"/>
          </p:nvPr>
        </p:nvSpPr>
        <p:spPr>
          <a:xfrm xmlns:a="http://schemas.openxmlformats.org/drawingml/2006/main" rot="5400000">
            <a:off x="1799431" y="-596106"/>
            <a:ext cx="5811838" cy="773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xmlns:a="http://schemas.openxmlformats.org/drawingml/2006/main">
            <a:endParaRPr/>
          </a:p>
        </p:txBody>
      </p:sp>
      <p:sp>
        <p:nvSpPr>
          <p:cNvPr id="87" name="Google Shape;87;p18">
            <a:extLst xmlns:a="http://schemas.openxmlformats.org/drawingml/2006/main">
              <a:ext uri="{FF2B5EF4-FFF2-40B4-BE49-F238E27FC236}">
                <a16:creationId xmlns:a16="http://schemas.microsoft.com/office/drawing/2014/main" id="{EF27B2AF-41E9-49A6-ABC0-71B9ECD42A21}"/>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8" name="Google Shape;88;p18">
            <a:extLst xmlns:a="http://schemas.openxmlformats.org/drawingml/2006/main">
              <a:ext uri="{FF2B5EF4-FFF2-40B4-BE49-F238E27FC236}">
                <a16:creationId xmlns:a16="http://schemas.microsoft.com/office/drawing/2014/main" id="{7D2EB200-25ED-4DC3-80C2-F3DB11EAF797}"/>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9" name="Google Shape;89;p18">
            <a:extLst xmlns:a="http://schemas.openxmlformats.org/drawingml/2006/main">
              <a:ext uri="{FF2B5EF4-FFF2-40B4-BE49-F238E27FC236}">
                <a16:creationId xmlns:a16="http://schemas.microsoft.com/office/drawing/2014/main" id="{929E3415-209F-48FD-BD21-4B8249DEF502}"/>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accacf54e2c46b6" /><Relationship Type="http://schemas.openxmlformats.org/officeDocument/2006/relationships/slideLayout" Target="/ppt/slideLayouts/slideLayout1.xml" Id="R319c923bd5cf404c" /><Relationship Type="http://schemas.openxmlformats.org/officeDocument/2006/relationships/slideLayout" Target="/ppt/slideLayouts/slideLayout2.xml" Id="Rb6451fb86b5e416b" /><Relationship Type="http://schemas.openxmlformats.org/officeDocument/2006/relationships/slideLayout" Target="/ppt/slideLayouts/slideLayout3.xml" Id="Rbe4b70867b5b4914" /><Relationship Type="http://schemas.openxmlformats.org/officeDocument/2006/relationships/slideLayout" Target="/ppt/slideLayouts/slideLayout4.xml" Id="R9f308c16dcf749eb" /><Relationship Type="http://schemas.openxmlformats.org/officeDocument/2006/relationships/slideLayout" Target="/ppt/slideLayouts/slideLayout5.xml" Id="Rcad7a97503c0459c" /><Relationship Type="http://schemas.openxmlformats.org/officeDocument/2006/relationships/slideLayout" Target="/ppt/slideLayouts/slideLayout6.xml" Id="R13567a1d7e1b4fb4" /><Relationship Type="http://schemas.openxmlformats.org/officeDocument/2006/relationships/slideLayout" Target="/ppt/slideLayouts/slideLayout7.xml" Id="R4ad6dff7e3e449d4" /><Relationship Type="http://schemas.openxmlformats.org/officeDocument/2006/relationships/slideLayout" Target="/ppt/slideLayouts/slideLayout8.xml" Id="R727af68c80d04858" /><Relationship Type="http://schemas.openxmlformats.org/officeDocument/2006/relationships/slideLayout" Target="/ppt/slideLayouts/slideLayout9.xml" Id="R8fef107a2b024e47" /><Relationship Type="http://schemas.openxmlformats.org/officeDocument/2006/relationships/slideLayout" Target="/ppt/slideLayouts/slideLayout10.xml" Id="R4e142a7345c84fe7" /><Relationship Type="http://schemas.openxmlformats.org/officeDocument/2006/relationships/slideLayout" Target="/ppt/slideLayouts/slideLayout11.xml" Id="Rf3e67a3d16b141d0" /><Relationship Type="http://schemas.openxmlformats.org/officeDocument/2006/relationships/slideLayout" Target="/ppt/slideLayouts/slideLayout12.xml" Id="R667d07d237c0436b" /><Relationship Type="http://schemas.openxmlformats.org/officeDocument/2006/relationships/slideLayout" Target="/ppt/slideLayouts/slideLayout13.xml" Id="R5dc42dda40cd4c35" /><Relationship Type="http://schemas.openxmlformats.org/officeDocument/2006/relationships/slideLayout" Target="/ppt/slideLayouts/slideLayout14.xml" Id="R53dbdf20593641fc"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4">
            <a:extLst xmlns:a="http://schemas.openxmlformats.org/drawingml/2006/main">
              <a:ext uri="{FF2B5EF4-FFF2-40B4-BE49-F238E27FC236}">
                <a16:creationId xmlns:a16="http://schemas.microsoft.com/office/drawing/2014/main" id="{EAEDA546-4F9E-4D81-B058-50E6BB345226}"/>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alibri"/>
              <a:buNone/>
              <a:defRPr sz="4400" b="0" i="0" u="none" cap="none">
                <a:solidFill>
                  <a:schemeClr val="dk1"/>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1" name="Google Shape;11;p4">
            <a:extLst xmlns:a="http://schemas.openxmlformats.org/drawingml/2006/main">
              <a:ext uri="{FF2B5EF4-FFF2-40B4-BE49-F238E27FC236}">
                <a16:creationId xmlns:a16="http://schemas.microsoft.com/office/drawing/2014/main" id="{1EC6B12A-73C9-4E6A-8DDB-1387250C0D06}"/>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406400" algn="l">
              <a:lnSpc>
                <a:spcPct val="90000"/>
              </a:lnSpc>
              <a:spcBef>
                <a:spcPts val="1000"/>
              </a:spcBef>
              <a:spcAft>
                <a:spcPts val="0"/>
              </a:spcAft>
              <a:buClr>
                <a:schemeClr val="dk1"/>
              </a:buClr>
              <a:buSzPts val="2800"/>
              <a:buFont typeface="Arial"/>
              <a:buChar char="•"/>
              <a:defRPr sz="2800" b="0" i="0" u="none" cap="none">
                <a:solidFill>
                  <a:schemeClr val="dk1"/>
                </a:solidFill>
                <a:latin typeface="Calibri"/>
                <a:ea typeface="Calibri"/>
                <a:cs typeface="Calibri"/>
              </a:defRPr>
            </a:lvl1pPr>
            <a:lvl2pPr marL="914400" marR="0" indent="-381000" algn="l">
              <a:lnSpc>
                <a:spcPct val="90000"/>
              </a:lnSpc>
              <a:spcBef>
                <a:spcPts val="500"/>
              </a:spcBef>
              <a:spcAft>
                <a:spcPts val="0"/>
              </a:spcAft>
              <a:buClr>
                <a:schemeClr val="dk1"/>
              </a:buClr>
              <a:buSzPts val="2400"/>
              <a:buFont typeface="Arial"/>
              <a:buChar char="•"/>
              <a:defRPr sz="2400" b="0" i="0" u="none" cap="none">
                <a:solidFill>
                  <a:schemeClr val="dk1"/>
                </a:solidFill>
                <a:latin typeface="Calibri"/>
                <a:ea typeface="Calibri"/>
                <a:cs typeface="Calibri"/>
              </a:defRPr>
            </a:lvl2pPr>
            <a:lvl3pPr marL="1371600" marR="0" indent="-355600" algn="l">
              <a:lnSpc>
                <a:spcPct val="90000"/>
              </a:lnSpc>
              <a:spcBef>
                <a:spcPts val="500"/>
              </a:spcBef>
              <a:spcAft>
                <a:spcPts val="0"/>
              </a:spcAft>
              <a:buClr>
                <a:schemeClr val="dk1"/>
              </a:buClr>
              <a:buSzPts val="2000"/>
              <a:buFont typeface="Arial"/>
              <a:buChar char="•"/>
              <a:defRPr sz="2000" b="0" i="0" u="none" cap="none">
                <a:solidFill>
                  <a:schemeClr val="dk1"/>
                </a:solidFill>
                <a:latin typeface="Calibri"/>
                <a:ea typeface="Calibri"/>
                <a:cs typeface="Calibri"/>
              </a:defRPr>
            </a:lvl3pPr>
            <a:lvl4pPr marL="18288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Calibri"/>
                <a:ea typeface="Calibri"/>
                <a:cs typeface="Calibri"/>
              </a:defRPr>
            </a:lvl4pPr>
            <a:lvl5pPr marL="22860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Calibri"/>
                <a:ea typeface="Calibri"/>
                <a:cs typeface="Calibri"/>
              </a:defRPr>
            </a:lvl5pPr>
            <a:lvl6pPr marL="27432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Calibri"/>
                <a:ea typeface="Calibri"/>
                <a:cs typeface="Calibri"/>
              </a:defRPr>
            </a:lvl6pPr>
            <a:lvl7pPr marL="32004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Calibri"/>
                <a:ea typeface="Calibri"/>
                <a:cs typeface="Calibri"/>
              </a:defRPr>
            </a:lvl7pPr>
            <a:lvl8pPr marL="36576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Calibri"/>
                <a:ea typeface="Calibri"/>
                <a:cs typeface="Calibri"/>
              </a:defRPr>
            </a:lvl8pPr>
            <a:lvl9pPr marL="41148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Calibri"/>
                <a:ea typeface="Calibri"/>
                <a:cs typeface="Calibri"/>
              </a:defRPr>
            </a:lvl9pPr>
          </a:lstStyle>
          <a:p xmlns:a="http://schemas.openxmlformats.org/drawingml/2006/main">
            <a:endParaRPr/>
          </a:p>
        </p:txBody>
      </p:sp>
      <p:sp>
        <p:nvSpPr>
          <p:cNvPr id="12" name="Google Shape;12;p4">
            <a:extLst xmlns:a="http://schemas.openxmlformats.org/drawingml/2006/main">
              <a:ext uri="{FF2B5EF4-FFF2-40B4-BE49-F238E27FC236}">
                <a16:creationId xmlns:a16="http://schemas.microsoft.com/office/drawing/2014/main" id="{C37FD4C3-D608-4903-B059-89F89D06A652}"/>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rgbClr val="888888"/>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9pPr>
          </a:lstStyle>
          <a:p xmlns:a="http://schemas.openxmlformats.org/drawingml/2006/main">
            <a:endParaRPr/>
          </a:p>
        </p:txBody>
      </p:sp>
      <p:sp>
        <p:nvSpPr>
          <p:cNvPr id="13" name="Google Shape;13;p4">
            <a:extLst xmlns:a="http://schemas.openxmlformats.org/drawingml/2006/main">
              <a:ext uri="{FF2B5EF4-FFF2-40B4-BE49-F238E27FC236}">
                <a16:creationId xmlns:a16="http://schemas.microsoft.com/office/drawing/2014/main" id="{BBE02965-2418-46AC-B1F1-AC0DF46F14AD}"/>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rgbClr val="888888"/>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9pPr>
          </a:lstStyle>
          <a:p xmlns:a="http://schemas.openxmlformats.org/drawingml/2006/main">
            <a:endParaRPr/>
          </a:p>
        </p:txBody>
      </p:sp>
      <p:sp>
        <p:nvSpPr>
          <p:cNvPr id="14" name="Google Shape;14;p4">
            <a:extLst xmlns:a="http://schemas.openxmlformats.org/drawingml/2006/main">
              <a:ext uri="{FF2B5EF4-FFF2-40B4-BE49-F238E27FC236}">
                <a16:creationId xmlns:a16="http://schemas.microsoft.com/office/drawing/2014/main" id="{B42EB3DF-80C4-48E3-87C0-B1FDDD08E070}"/>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latin typeface="Times New Roman"/>
              <a:ea typeface="Times New Roman"/>
              <a:cs typeface="Times New Roman"/>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319c923bd5cf404c"/>
    <p:sldLayoutId xmlns:r="http://schemas.openxmlformats.org/officeDocument/2006/relationships" id="2147483650" r:id="Rb6451fb86b5e416b"/>
    <p:sldLayoutId xmlns:r="http://schemas.openxmlformats.org/officeDocument/2006/relationships" id="2147483651" r:id="Rbe4b70867b5b4914"/>
    <p:sldLayoutId xmlns:r="http://schemas.openxmlformats.org/officeDocument/2006/relationships" id="2147483652" r:id="R9f308c16dcf749eb"/>
    <p:sldLayoutId xmlns:r="http://schemas.openxmlformats.org/officeDocument/2006/relationships" id="2147483653" r:id="Rcad7a97503c0459c"/>
    <p:sldLayoutId xmlns:r="http://schemas.openxmlformats.org/officeDocument/2006/relationships" id="2147483654" r:id="R13567a1d7e1b4fb4"/>
    <p:sldLayoutId xmlns:r="http://schemas.openxmlformats.org/officeDocument/2006/relationships" id="2147483655" r:id="R4ad6dff7e3e449d4"/>
    <p:sldLayoutId xmlns:r="http://schemas.openxmlformats.org/officeDocument/2006/relationships" id="2147483656" r:id="R727af68c80d04858"/>
    <p:sldLayoutId xmlns:r="http://schemas.openxmlformats.org/officeDocument/2006/relationships" id="2147483657" r:id="R8fef107a2b024e47"/>
    <p:sldLayoutId xmlns:r="http://schemas.openxmlformats.org/officeDocument/2006/relationships" id="2147483658" r:id="R4e142a7345c84fe7"/>
    <p:sldLayoutId xmlns:r="http://schemas.openxmlformats.org/officeDocument/2006/relationships" id="2147483659" r:id="Rf3e67a3d16b141d0"/>
    <p:sldLayoutId xmlns:r="http://schemas.openxmlformats.org/officeDocument/2006/relationships" id="2147483660" r:id="R667d07d237c0436b"/>
    <p:sldLayoutId xmlns:r="http://schemas.openxmlformats.org/officeDocument/2006/relationships" id="2147483661" r:id="R5dc42dda40cd4c35"/>
    <p:sldLayoutId xmlns:r="http://schemas.openxmlformats.org/officeDocument/2006/relationships" id="2147483662" r:id="R53dbdf20593641fc"/>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1_MIT PE">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lue War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dc2998700b24dcf" /><Relationship Type="http://schemas.openxmlformats.org/officeDocument/2006/relationships/image" Target="/ppt/media/image.jpeg" Id="Rec4e4a1fd1db4171" /><Relationship Type="http://schemas.openxmlformats.org/officeDocument/2006/relationships/notesSlide" Target="/ppt/notesSlides/notesSlide1.xml" Id="R59db501d268c4cd6"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7becc7eba1de44e8" /><Relationship Type="http://schemas.openxmlformats.org/officeDocument/2006/relationships/notesSlide" Target="/ppt/notesSlides/notesSlide2.xml" Id="Rdff381734dbb43c6"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331e48aadec043cb" /><Relationship Type="http://schemas.openxmlformats.org/officeDocument/2006/relationships/notesSlide" Target="/ppt/notesSlides/notesSlide3.xml" Id="Ra8528e4f6d024f24"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ff29471741f74f5c" /><Relationship Type="http://schemas.openxmlformats.org/officeDocument/2006/relationships/notesSlide" Target="/ppt/notesSlides/notesSlide4.xml" Id="Rf76f3821e78b4663"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88d58107824a4ee0" /><Relationship Type="http://schemas.openxmlformats.org/officeDocument/2006/relationships/notesSlide" Target="/ppt/notesSlides/notesSlide5.xml" Id="Ra409429e1d0e44ba"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a71d6cf02ff245a2" /><Relationship Type="http://schemas.openxmlformats.org/officeDocument/2006/relationships/notesSlide" Target="/ppt/notesSlides/notesSlide6.xml" Id="Rb23fc804577f4231"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400a316124674871" /><Relationship Type="http://schemas.openxmlformats.org/officeDocument/2006/relationships/notesSlide" Target="/ppt/notesSlides/notesSlide7.xml" Id="R58487cdcca434d26"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ddc8fd2b33b944bf" /><Relationship Type="http://schemas.openxmlformats.org/officeDocument/2006/relationships/notesSlide" Target="/ppt/notesSlides/notesSlide8.xml" Id="R6a6a21b9152f442f"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adbe38b855f4464c" /><Relationship Type="http://schemas.openxmlformats.org/officeDocument/2006/relationships/notesSlide" Target="/ppt/notesSlides/notesSlide9.xml" Id="Rdb61471eeacc44f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7f6df677b5284e46" /><Relationship Type="http://schemas.openxmlformats.org/officeDocument/2006/relationships/notesSlide" Target="/ppt/notesSlides/notesSlide10.xml" Id="R09c5fe0790d84d7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b6eb5d2f50e24db2" /><Relationship Type="http://schemas.openxmlformats.org/officeDocument/2006/relationships/notesSlide" Target="/ppt/notesSlides/notesSlide11.xml" Id="Re9ad2f8081714fc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a045213f828849cd" /><Relationship Type="http://schemas.openxmlformats.org/officeDocument/2006/relationships/notesSlide" Target="/ppt/notesSlides/notesSlide12.xml" Id="Rdebc66da692d445b" /></Relationships>
</file>

<file path=ppt/slides/slide1.xml><?xml version="1.0" encoding="utf-8"?>
<p:sld xmlns:p="http://schemas.openxmlformats.org/presentationml/2006/main">
  <p:cSld>
    <p:bg>
      <p:bgPr>
        <a:blipFill xmlns:a="http://schemas.openxmlformats.org/drawingml/2006/main" rotWithShape="1">
          <a:blip xmlns:r="http://schemas.openxmlformats.org/officeDocument/2006/relationships" r:embed="Rec4e4a1fd1db4171">
            <a:alphaModFix/>
          </a:blip>
          <a:tile tx="0" ty="0" sx="100000" sy="100000" flip="none" algn="tl"/>
        </a:blipFill>
      </p:bgPr>
    </p:bg>
    <p:spTree>
      <p:nvGrpSpPr>
        <p:cNvPr id="1" name=""/>
        <p:cNvGrpSpPr/>
        <p:nvPr/>
      </p:nvGrpSpPr>
      <p:grpSpPr>
        <a:xfrm xmlns:a="http://schemas.openxmlformats.org/drawingml/2006/main"/>
      </p:grpSpPr>
      <p:sp>
        <p:nvSpPr>
          <p:cNvPr id="94" name="Google Shape;94;p1">
            <a:extLst xmlns:a="http://schemas.openxmlformats.org/drawingml/2006/main">
              <a:ext uri="{FF2B5EF4-FFF2-40B4-BE49-F238E27FC236}">
                <a16:creationId xmlns:a16="http://schemas.microsoft.com/office/drawing/2014/main" id="{C724E644-3580-402F-AD65-156E6CD448A9}"/>
              </a:ext>
            </a:extLst>
          </p:cNvPr>
          <p:cNvSpPr>
            <a:spLocks xmlns:a="http://schemas.openxmlformats.org/drawingml/2006/main" noGrp="1"/>
          </p:cNvSpPr>
          <p:nvPr/>
        </p:nvSpPr>
        <p:spPr>
          <a:xfrm xmlns:a="http://schemas.openxmlformats.org/drawingml/2006/main">
            <a:off x="261271" y="5321713"/>
            <a:ext cx="108966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defRPr sz="2800" b="1">
                <a:solidFill>
                  <a:srgbClr val="FFFFFF"/>
                </a:solidFill>
                <a:latin typeface="Calibri"/>
                <a:ea typeface="Calibri"/>
                <a:cs typeface="Calibri"/>
              </a:defRPr>
            </a:pPr>
            <a:r>
              <a:rPr sz="2800" b="1" i="0" u="none" cap="none">
                <a:solidFill>
                  <a:srgbClr val="FFFFFF"/>
                </a:solidFill>
                <a:latin typeface="Calibri"/>
                <a:ea typeface="Calibri"/>
                <a:cs typeface="Calibri"/>
              </a:rPr>
              <a:t>Research Paper Navigator</a:t>
            </a:r>
            <a:endParaRPr sz="1400" b="0" i="0" u="none" cap="none">
              <a:solidFill>
                <a:srgbClr val="000000"/>
              </a:solidFill>
              <a:latin typeface="Arial"/>
              <a:ea typeface="Arial"/>
              <a:cs typeface="Arial"/>
            </a:endParaRPr>
          </a:p>
        </p:txBody>
      </p:sp>
    </p:spTree>
    <p:extLst>
      <p:ext uri="{BB962C8B-B14F-4D97-AF65-F5344CB8AC3E}">
        <p14:creationId xmlns:p14="http://schemas.microsoft.com/office/powerpoint/2010/main" val="137598660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9" name="TextBox 8">
            <a:extLst xmlns:a="http://schemas.openxmlformats.org/drawingml/2006/main">
              <a:ext uri="{FF2B5EF4-FFF2-40B4-BE49-F238E27FC236}">
                <a16:creationId xmlns:a16="http://schemas.microsoft.com/office/drawing/2014/main" id="{73F3F64E-BE4D-D3DF-57D5-BF67AE1E9EDD}"/>
              </a:ext>
            </a:extLst>
          </p:cNvPr>
          <p:cNvSpPr>
            <a:spLocks xmlns:a="http://schemas.openxmlformats.org/drawingml/2006/main" noGrp="1"/>
          </p:cNvSpPr>
          <p:nvPr/>
        </p:nvSpPr>
        <p:spPr>
          <a:xfrm xmlns:a="http://schemas.openxmlformats.org/drawingml/2006/main">
            <a:off x="952500" y="609600"/>
            <a:ext cx="10287000" cy="61912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gn="ctr">
              <a:buNone/>
              <a:defRPr sz="2800" b="1">
                <a:solidFill>
                  <a:srgbClr val="A31F34"/>
                </a:solidFill>
                <a:latin typeface="Calibri"/>
                <a:ea typeface="Calibri"/>
                <a:cs typeface="Calibri"/>
              </a:defRPr>
            </a:pPr>
            <a:r>
              <a:rPr sz="2800" b="1">
                <a:solidFill>
                  <a:srgbClr val="A31F34"/>
                </a:solidFill>
                <a:latin typeface="Calibri"/>
                <a:ea typeface="Calibri"/>
                <a:cs typeface="Calibri"/>
              </a:rPr>
              <a:t>The Research Problem</a:t>
            </a:r>
          </a:p>
        </p:txBody>
      </p:sp>
      <p:sp>
        <p:nvSpPr>
          <p:cNvPr id="10" name="submission body">
            <a:extLst xmlns:a="http://schemas.openxmlformats.org/drawingml/2006/main">
              <a:ext uri="{FF2B5EF4-FFF2-40B4-BE49-F238E27FC236}">
                <a16:creationId xmlns:a16="http://schemas.microsoft.com/office/drawing/2014/main" id="{7EE40AA0-B748-426E-BCBC-33FEDE1CF9ED}"/>
              </a:ext>
            </a:extLst>
          </p:cNvPr>
          <p:cNvSpPr>
            <a:spLocks xmlns:a="http://schemas.openxmlformats.org/drawingml/2006/main" noGrp="1"/>
          </p:cNvSpPr>
          <p:nvPr/>
        </p:nvSpPr>
        <p:spPr>
          <a:xfrm xmlns:a="http://schemas.openxmlformats.org/drawingml/2006/main">
            <a:off x="707612" y="1714500"/>
            <a:ext cx="106680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p xmlns:a="http://schemas.openxmlformats.org/drawingml/2006/main">
            <a:pPr marL="228600" indent="-114300" algn="l">
              <a:spcAft>
                <a:spcPts val="1600"/>
              </a:spcAft>
              <a:buChar char="•"/>
              <a:defRPr sz="2000" b="0">
                <a:solidFill>
                  <a:srgbClr val="000000"/>
                </a:solidFill>
                <a:latin typeface="Calibri"/>
                <a:ea typeface="Calibri"/>
                <a:cs typeface="Calibri"/>
              </a:defRPr>
            </a:pPr>
            <a:r>
              <a:rPr sz="2000" b="0">
                <a:solidFill>
                  <a:srgbClr val="000000"/>
                </a:solidFill>
                <a:latin typeface="Calibri"/>
                <a:ea typeface="Calibri"/>
                <a:cs typeface="Calibri"/>
              </a:rPr>
              <a:t>Learners need to find methods and compare findings across 153 research-paper PDFs.</a:t>
            </a:r>
          </a:p>
          <a:p xmlns:a="http://schemas.openxmlformats.org/drawingml/2006/main">
            <a:pPr marL="228600" indent="-114300" algn="l">
              <a:spcAft>
                <a:spcPts val="1600"/>
              </a:spcAft>
              <a:buChar char="•"/>
              <a:defRPr sz="2000" b="0">
                <a:solidFill>
                  <a:srgbClr val="000000"/>
                </a:solidFill>
                <a:latin typeface="Calibri"/>
                <a:ea typeface="Calibri"/>
                <a:cs typeface="Calibri"/>
              </a:defRPr>
            </a:pPr>
            <a:r>
              <a:rPr sz="2000" b="0">
                <a:solidFill>
                  <a:srgbClr val="000000"/>
                </a:solidFill>
                <a:latin typeface="Calibri"/>
                <a:ea typeface="Calibri"/>
                <a:cs typeface="Calibri"/>
              </a:rPr>
              <a:t>Questions may use an exact title or describe the same idea in different words.</a:t>
            </a:r>
          </a:p>
          <a:p xmlns:a="http://schemas.openxmlformats.org/drawingml/2006/main">
            <a:pPr marL="228600" indent="-114300" algn="l">
              <a:spcAft>
                <a:spcPts val="1600"/>
              </a:spcAft>
              <a:buChar char="•"/>
              <a:defRPr sz="2000" b="0">
                <a:solidFill>
                  <a:srgbClr val="000000"/>
                </a:solidFill>
                <a:latin typeface="Calibri"/>
                <a:ea typeface="Calibri"/>
                <a:cs typeface="Calibri"/>
              </a:defRPr>
            </a:pPr>
            <a:r>
              <a:rPr sz="2000" b="0">
                <a:solidFill>
                  <a:srgbClr val="000000"/>
                </a:solidFill>
                <a:latin typeface="Calibri"/>
                <a:ea typeface="Calibri"/>
                <a:cs typeface="Calibri"/>
              </a:rPr>
              <a:t>A relevant paper can still yield an incomplete passage, a duplicate version, or a bibliography entry.</a:t>
            </a:r>
          </a:p>
          <a:p xmlns:a="http://schemas.openxmlformats.org/drawingml/2006/main">
            <a:pPr marL="228600" indent="-114300" algn="l">
              <a:spcAft>
                <a:spcPts val="1600"/>
              </a:spcAft>
              <a:buChar char="•"/>
              <a:defRPr sz="2000" b="0">
                <a:solidFill>
                  <a:srgbClr val="000000"/>
                </a:solidFill>
                <a:latin typeface="Calibri"/>
                <a:ea typeface="Calibri"/>
                <a:cs typeface="Calibri"/>
              </a:defRPr>
            </a:pPr>
            <a:r>
              <a:rPr sz="2000" b="0">
                <a:solidFill>
                  <a:srgbClr val="000000"/>
                </a:solidFill>
                <a:latin typeface="Calibri"/>
                <a:ea typeface="Calibri"/>
                <a:cs typeface="Calibri"/>
              </a:rPr>
              <a:t>The intended answer explains the evidence and identifies the paper and page for checking.</a:t>
            </a:r>
          </a:p>
        </p:txBody>
      </p:sp>
    </p:spTree>
    <p:extLst>
      <p:ext uri="{BB962C8B-B14F-4D97-AF65-F5344CB8AC3E}">
        <p14:creationId xmlns:p14="http://schemas.microsoft.com/office/powerpoint/2010/main" val="119029013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98CF4003-6B2E-87CF-2817-76889C6135B4}"/>
              </a:ext>
            </a:extLst>
          </p:cNvPr>
          <p:cNvSpPr>
            <a:spLocks xmlns:a="http://schemas.openxmlformats.org/drawingml/2006/main" noGrp="1"/>
          </p:cNvSpPr>
          <p:nvPr/>
        </p:nvSpPr>
        <p:spPr>
          <a:xfrm xmlns:a="http://schemas.openxmlformats.org/drawingml/2006/main">
            <a:off x="952500" y="609600"/>
            <a:ext cx="10287000" cy="61912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gn="ctr">
              <a:buNone/>
              <a:defRPr sz="2800" b="1">
                <a:solidFill>
                  <a:srgbClr val="A31F34"/>
                </a:solidFill>
                <a:latin typeface="Calibri"/>
                <a:ea typeface="Calibri"/>
                <a:cs typeface="Calibri"/>
              </a:defRPr>
            </a:pPr>
            <a:r>
              <a:rPr sz="2800" b="1">
                <a:solidFill>
                  <a:srgbClr val="A31F34"/>
                </a:solidFill>
                <a:latin typeface="Calibri"/>
                <a:ea typeface="Calibri"/>
                <a:cs typeface="Calibri"/>
              </a:rPr>
              <a:t>The Final Workflow</a:t>
            </a:r>
          </a:p>
        </p:txBody>
      </p:sp>
      <p:sp>
        <p:nvSpPr>
          <p:cNvPr id="6" name="submission body">
            <a:extLst xmlns:a="http://schemas.openxmlformats.org/drawingml/2006/main">
              <a:ext uri="{FF2B5EF4-FFF2-40B4-BE49-F238E27FC236}">
                <a16:creationId xmlns:a16="http://schemas.microsoft.com/office/drawing/2014/main" id="{054E17C0-ABF2-4C70-A679-BEBD5324828B}"/>
              </a:ext>
            </a:extLst>
          </p:cNvPr>
          <p:cNvSpPr>
            <a:spLocks xmlns:a="http://schemas.openxmlformats.org/drawingml/2006/main" noGrp="1"/>
          </p:cNvSpPr>
          <p:nvPr/>
        </p:nvSpPr>
        <p:spPr>
          <a:xfrm xmlns:a="http://schemas.openxmlformats.org/drawingml/2006/main">
            <a:off x="707612" y="1714500"/>
            <a:ext cx="106680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p xmlns:a="http://schemas.openxmlformats.org/drawingml/2006/main">
            <a:pPr marL="228600" indent="-114300" algn="l">
              <a:spcAft>
                <a:spcPts val="1600"/>
              </a:spcAft>
              <a:buChar char="•"/>
              <a:defRPr sz="2000" b="0">
                <a:solidFill>
                  <a:srgbClr val="000000"/>
                </a:solidFill>
                <a:latin typeface="Calibri"/>
                <a:ea typeface="Calibri"/>
                <a:cs typeface="Calibri"/>
              </a:defRPr>
            </a:pPr>
            <a:r>
              <a:rPr sz="2000" b="0">
                <a:solidFill>
                  <a:srgbClr val="000000"/>
                </a:solidFill>
                <a:latin typeface="Calibri"/>
                <a:ea typeface="Calibri"/>
                <a:cs typeface="Calibri"/>
              </a:rPr>
              <a:t>PDF extraction creates 12,420 page-based chunks, with 350 words and 70-word overlap.</a:t>
            </a:r>
          </a:p>
          <a:p xmlns:a="http://schemas.openxmlformats.org/drawingml/2006/main">
            <a:pPr marL="228600" indent="-114300" algn="l">
              <a:spcAft>
                <a:spcPts val="1600"/>
              </a:spcAft>
              <a:buChar char="•"/>
              <a:defRPr sz="2000" b="0">
                <a:solidFill>
                  <a:srgbClr val="000000"/>
                </a:solidFill>
                <a:latin typeface="Calibri"/>
                <a:ea typeface="Calibri"/>
                <a:cs typeface="Calibri"/>
              </a:defRPr>
            </a:pPr>
            <a:r>
              <a:rPr sz="2000" b="0">
                <a:solidFill>
                  <a:srgbClr val="000000"/>
                </a:solidFill>
                <a:latin typeface="Calibri"/>
                <a:ea typeface="Calibri"/>
                <a:cs typeface="Calibri"/>
              </a:rPr>
              <a:t>BM25 and semantic embeddings rank passages. Rank fusion combines their results.</a:t>
            </a:r>
          </a:p>
          <a:p xmlns:a="http://schemas.openxmlformats.org/drawingml/2006/main">
            <a:pPr marL="228600" indent="-114300" algn="l">
              <a:spcAft>
                <a:spcPts val="1600"/>
              </a:spcAft>
              <a:buChar char="•"/>
              <a:defRPr sz="2000" b="0">
                <a:solidFill>
                  <a:srgbClr val="000000"/>
                </a:solidFill>
                <a:latin typeface="Calibri"/>
                <a:ea typeface="Calibri"/>
                <a:cs typeface="Calibri"/>
              </a:defRPr>
            </a:pPr>
            <a:r>
              <a:rPr sz="2000" b="0">
                <a:solidFill>
                  <a:srgbClr val="000000"/>
                </a:solidFill>
                <a:latin typeface="Calibri"/>
                <a:ea typeface="Calibri"/>
                <a:cs typeface="Calibri"/>
              </a:rPr>
              <a:t>A filter and router send simple questions to one answer call and harder questions to the agent.</a:t>
            </a:r>
          </a:p>
          <a:p xmlns:a="http://schemas.openxmlformats.org/drawingml/2006/main">
            <a:pPr marL="228600" indent="-114300" algn="l">
              <a:spcAft>
                <a:spcPts val="1600"/>
              </a:spcAft>
              <a:buChar char="•"/>
              <a:defRPr sz="2000" b="0">
                <a:solidFill>
                  <a:srgbClr val="000000"/>
                </a:solidFill>
                <a:latin typeface="Calibri"/>
                <a:ea typeface="Calibri"/>
                <a:cs typeface="Calibri"/>
              </a:defRPr>
            </a:pPr>
            <a:r>
              <a:rPr sz="2000" b="0">
                <a:solidFill>
                  <a:srgbClr val="000000"/>
                </a:solidFill>
                <a:latin typeface="Calibri"/>
                <a:ea typeface="Calibri"/>
                <a:cs typeface="Calibri"/>
              </a:rPr>
              <a:t>The agent can search again or look up a named paper, within three retrieval actions.</a:t>
            </a:r>
          </a:p>
          <a:p xmlns:a="http://schemas.openxmlformats.org/drawingml/2006/main">
            <a:pPr marL="228600" indent="-114300" algn="l">
              <a:spcAft>
                <a:spcPts val="1600"/>
              </a:spcAft>
              <a:buChar char="•"/>
              <a:defRPr sz="2000" b="0">
                <a:solidFill>
                  <a:srgbClr val="000000"/>
                </a:solidFill>
                <a:latin typeface="Calibri"/>
                <a:ea typeface="Calibri"/>
                <a:cs typeface="Calibri"/>
              </a:defRPr>
            </a:pPr>
            <a:r>
              <a:rPr sz="2000" b="0">
                <a:solidFill>
                  <a:srgbClr val="000000"/>
                </a:solidFill>
                <a:latin typeface="Calibri"/>
                <a:ea typeface="Calibri"/>
                <a:cs typeface="Calibri"/>
              </a:rPr>
              <a:t>Selected evidence feeds a cited answer. Eligible exact repeats reuse the saved response.</a:t>
            </a:r>
          </a:p>
        </p:txBody>
      </p:sp>
    </p:spTree>
    <p:extLst>
      <p:ext uri="{BB962C8B-B14F-4D97-AF65-F5344CB8AC3E}">
        <p14:creationId xmlns:p14="http://schemas.microsoft.com/office/powerpoint/2010/main" val="328922481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99" name="Google Shape;99;p2">
            <a:extLst xmlns:a="http://schemas.openxmlformats.org/drawingml/2006/main">
              <a:ext uri="{FF2B5EF4-FFF2-40B4-BE49-F238E27FC236}">
                <a16:creationId xmlns:a16="http://schemas.microsoft.com/office/drawing/2014/main" id="{C207A8CA-C6C9-489E-B7AA-579852A2160C}"/>
              </a:ext>
            </a:extLst>
          </p:cNvPr>
          <p:cNvSpPr>
            <a:spLocks xmlns:a="http://schemas.openxmlformats.org/drawingml/2006/main" noGrp="1"/>
          </p:cNvSpPr>
          <p:nvPr/>
        </p:nvSpPr>
        <p:spPr>
          <a:xfrm xmlns:a="http://schemas.openxmlformats.org/drawingml/2006/main">
            <a:off x="666750" y="1190625"/>
            <a:ext cx="10858500" cy="619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defRPr sz="2800" b="1">
                <a:solidFill>
                  <a:srgbClr val="A31F34"/>
                </a:solidFill>
                <a:latin typeface="Calibri"/>
                <a:ea typeface="Calibri"/>
                <a:cs typeface="Calibri"/>
              </a:defRPr>
            </a:pPr>
            <a:r>
              <a:rPr sz="2800" b="1" i="0" u="none" cap="none">
                <a:solidFill>
                  <a:srgbClr val="A31F34"/>
                </a:solidFill>
                <a:latin typeface="Calibri"/>
                <a:ea typeface="Calibri"/>
                <a:cs typeface="Calibri"/>
              </a:rPr>
              <a:t>Keyword and Semantic Retrieval</a:t>
            </a:r>
            <a:endParaRPr sz="1400" b="0" i="0" u="none" cap="none">
              <a:solidFill>
                <a:srgbClr val="000000"/>
              </a:solidFill>
              <a:latin typeface="Arial"/>
              <a:ea typeface="Arial"/>
              <a:cs typeface="Arial"/>
            </a:endParaRPr>
          </a:p>
        </p:txBody>
      </p:sp>
      <p:sp>
        <p:nvSpPr>
          <p:cNvPr id="3" name="TextBox 2">
            <a:extLst xmlns:a="http://schemas.openxmlformats.org/drawingml/2006/main">
              <a:ext uri="{FF2B5EF4-FFF2-40B4-BE49-F238E27FC236}">
                <a16:creationId xmlns:a16="http://schemas.microsoft.com/office/drawing/2014/main" id="{6E5FE501-52FC-9663-175F-EE814939F785}"/>
              </a:ext>
            </a:extLst>
          </p:cNvPr>
          <p:cNvSpPr>
            <a:spLocks xmlns:a="http://schemas.openxmlformats.org/drawingml/2006/main" noGrp="1"/>
          </p:cNvSpPr>
          <p:nvPr/>
        </p:nvSpPr>
        <p:spPr>
          <a:xfrm xmlns:a="http://schemas.openxmlformats.org/drawingml/2006/main">
            <a:off x="838200" y="2286000"/>
            <a:ext cx="10477500" cy="368808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lvl1pPr>
              <a:buNone/>
              <a:defRPr sz="2800" b="1">
                <a:solidFill>
                  <a:srgbClr val="A31F34"/>
                </a:solidFill>
                <a:latin typeface="Calibri"/>
                <a:ea typeface="Calibri"/>
                <a:cs typeface="Calibri"/>
              </a:defRPr>
            </a:lvl1pPr>
          </a:lstStyle>
          <a:p xmlns:a="http://schemas.openxmlformats.org/drawingml/2006/main">
            <a:pPr marL="228600" indent="-114300" algn="l">
              <a:spcAft>
                <a:spcPts val="1600"/>
              </a:spcAft>
              <a:buChar char="•"/>
              <a:defRPr sz="2000" b="0">
                <a:solidFill>
                  <a:srgbClr val="000000"/>
                </a:solidFill>
                <a:latin typeface="Calibri"/>
                <a:ea typeface="Calibri"/>
                <a:cs typeface="Calibri"/>
              </a:defRPr>
            </a:pPr>
            <a:r>
              <a:rPr sz="2000" b="0">
                <a:solidFill>
                  <a:srgbClr val="000000"/>
                </a:solidFill>
                <a:latin typeface="Calibri"/>
                <a:ea typeface="Calibri"/>
                <a:cs typeface="Calibri"/>
              </a:rPr>
              <a:t>BM25 rewards exact terms, titles, and acronyms in a question.</a:t>
            </a:r>
          </a:p>
          <a:p xmlns:a="http://schemas.openxmlformats.org/drawingml/2006/main">
            <a:pPr marL="228600" indent="-114300" algn="l">
              <a:spcAft>
                <a:spcPts val="1600"/>
              </a:spcAft>
              <a:buChar char="•"/>
              <a:defRPr sz="2000" b="0">
                <a:solidFill>
                  <a:srgbClr val="000000"/>
                </a:solidFill>
                <a:latin typeface="Calibri"/>
                <a:ea typeface="Calibri"/>
                <a:cs typeface="Calibri"/>
              </a:defRPr>
            </a:pPr>
            <a:r>
              <a:rPr sz="2000" b="0">
                <a:solidFill>
                  <a:srgbClr val="000000"/>
                </a:solidFill>
                <a:latin typeface="Calibri"/>
                <a:ea typeface="Calibri"/>
                <a:cs typeface="Calibri"/>
              </a:rPr>
              <a:t>Semantic search finds similar ideas when the wording differs, using 512-dimensional embeddings.</a:t>
            </a:r>
          </a:p>
          <a:p xmlns:a="http://schemas.openxmlformats.org/drawingml/2006/main">
            <a:pPr marL="228600" indent="-114300" algn="l">
              <a:spcAft>
                <a:spcPts val="1600"/>
              </a:spcAft>
              <a:buChar char="•"/>
              <a:defRPr sz="2000" b="0">
                <a:solidFill>
                  <a:srgbClr val="000000"/>
                </a:solidFill>
                <a:latin typeface="Calibri"/>
                <a:ea typeface="Calibri"/>
                <a:cs typeface="Calibri"/>
              </a:defRPr>
            </a:pPr>
            <a:r>
              <a:rPr sz="2000" b="0">
                <a:solidFill>
                  <a:srgbClr val="000000"/>
                </a:solidFill>
                <a:latin typeface="Calibri"/>
                <a:ea typeface="Calibri"/>
                <a:cs typeface="Calibri"/>
              </a:rPr>
              <a:t>Equal-weight reciprocal rank fusion combines the ranked lists with a rank constant of 60.</a:t>
            </a:r>
          </a:p>
          <a:p xmlns:a="http://schemas.openxmlformats.org/drawingml/2006/main">
            <a:pPr marL="228600" indent="-114300" algn="l">
              <a:spcAft>
                <a:spcPts val="1600"/>
              </a:spcAft>
              <a:buChar char="•"/>
              <a:defRPr sz="2000" b="0">
                <a:solidFill>
                  <a:srgbClr val="000000"/>
                </a:solidFill>
                <a:latin typeface="Calibri"/>
                <a:ea typeface="Calibri"/>
                <a:cs typeface="Calibri"/>
              </a:defRPr>
            </a:pPr>
            <a:r>
              <a:rPr sz="2000" b="0">
                <a:solidFill>
                  <a:srgbClr val="000000"/>
                </a:solidFill>
                <a:latin typeface="Calibri"/>
                <a:ea typeface="Calibri"/>
                <a:cs typeface="Calibri"/>
              </a:rPr>
              <a:t>The answer normally uses five selected passages, with limits on repeated results from a PDF.</a:t>
            </a:r>
          </a:p>
        </p:txBody>
      </p:sp>
    </p:spTree>
    <p:extLst>
      <p:ext uri="{BB962C8B-B14F-4D97-AF65-F5344CB8AC3E}">
        <p14:creationId xmlns:p14="http://schemas.microsoft.com/office/powerpoint/2010/main" val="203970745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E2D08B99-26E8-96E3-B453-DEED97ED3C1F}"/>
              </a:ext>
            </a:extLst>
          </p:cNvPr>
          <p:cNvSpPr>
            <a:spLocks xmlns:a="http://schemas.openxmlformats.org/drawingml/2006/main" noGrp="1"/>
          </p:cNvSpPr>
          <p:nvPr/>
        </p:nvSpPr>
        <p:spPr>
          <a:xfrm xmlns:a="http://schemas.openxmlformats.org/drawingml/2006/main">
            <a:off x="952500" y="609600"/>
            <a:ext cx="10287000" cy="61912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gn="ctr">
              <a:buNone/>
              <a:defRPr sz="2800" b="1">
                <a:solidFill>
                  <a:srgbClr val="A31F34"/>
                </a:solidFill>
                <a:latin typeface="Calibri"/>
                <a:ea typeface="Calibri"/>
                <a:cs typeface="Calibri"/>
              </a:defRPr>
            </a:pPr>
            <a:r>
              <a:rPr sz="2800" b="1">
                <a:solidFill>
                  <a:srgbClr val="A31F34"/>
                </a:solidFill>
                <a:latin typeface="Calibri"/>
                <a:ea typeface="Calibri"/>
                <a:cs typeface="Calibri"/>
              </a:rPr>
              <a:t>Evaluation Beyond a Passing Answer</a:t>
            </a:r>
          </a:p>
        </p:txBody>
      </p:sp>
      <p:graphicFrame>
        <p:nvGraphicFramePr>
          <p:cNvPr id="9" name=""/>
          <p:cNvGraphicFramePr/>
          <p:nvPr/>
        </p:nvGraphicFramePr>
        <p:xfrm>
          <a:off xmlns:a="http://schemas.openxmlformats.org/drawingml/2006/main" x="800100" y="1762125"/>
          <a:ext xmlns:a="http://schemas.openxmlformats.org/drawingml/2006/main" cx="10591800" cy="2781300"/>
        </p:xfrm>
        <a:graphic xmlns:a="http://schemas.openxmlformats.org/drawingml/2006/main">
          <a:graphicData uri="http://schemas.openxmlformats.org/drawingml/2006/table">
            <a:tbl>
              <a:tblPr/>
              <a:tblGrid>
                <a:gridCol w="3810000"/>
                <a:gridCol w="2524125"/>
                <a:gridCol w="4257675"/>
              </a:tblGrid>
              <a:tr h="695325">
                <a:tc>
                  <a:txBody>
                    <a:bodyPr/>
                    <a:lstStyle/>
                    <a:p>
                      <a:r>
                        <a:rPr sz="2000" b="1">
                          <a:solidFill>
                            <a:srgbClr val="FFFFFF"/>
                          </a:solidFill>
                          <a:latin typeface="Calibri"/>
                          <a:ea typeface="Calibri"/>
                          <a:cs typeface="Calibri"/>
                        </a:rPr>
                        <a:t>Week 3 metric</a:t>
                      </a:r>
                    </a:p>
                  </a:txBody>
                  <a:tcPr marL="133350" marR="133350" marT="114300" marB="114300" anchor="ctr">
                    <a:solidFill>
                      <a:srgbClr val="A31F34"/>
                    </a:solidFill>
                  </a:tcPr>
                </a:tc>
                <a:tc>
                  <a:txBody>
                    <a:bodyPr/>
                    <a:lstStyle/>
                    <a:p>
                      <a:r>
                        <a:rPr sz="2000" b="1">
                          <a:solidFill>
                            <a:srgbClr val="FFFFFF"/>
                          </a:solidFill>
                          <a:latin typeface="Calibri"/>
                          <a:ea typeface="Calibri"/>
                          <a:cs typeface="Calibri"/>
                        </a:rPr>
                        <a:t>Observed result</a:t>
                      </a:r>
                    </a:p>
                  </a:txBody>
                  <a:tcPr marL="133350" marR="133350" marT="114300" marB="114300" anchor="ctr">
                    <a:solidFill>
                      <a:srgbClr val="A31F34"/>
                    </a:solidFill>
                  </a:tcPr>
                </a:tc>
                <a:tc>
                  <a:txBody>
                    <a:bodyPr/>
                    <a:lstStyle/>
                    <a:p>
                      <a:r>
                        <a:rPr sz="2000" b="1">
                          <a:solidFill>
                            <a:srgbClr val="FFFFFF"/>
                          </a:solidFill>
                          <a:latin typeface="Calibri"/>
                          <a:ea typeface="Calibri"/>
                          <a:cs typeface="Calibri"/>
                        </a:rPr>
                        <a:t>What it checks</a:t>
                      </a:r>
                    </a:p>
                  </a:txBody>
                  <a:tcPr marL="133350" marR="133350" marT="114300" marB="114300" anchor="ctr">
                    <a:solidFill>
                      <a:srgbClr val="A31F34"/>
                    </a:solidFill>
                  </a:tcPr>
                </a:tc>
              </a:tr>
              <a:tr h="695325">
                <a:tc>
                  <a:txBody>
                    <a:bodyPr/>
                    <a:lstStyle/>
                    <a:p>
                      <a:r>
                        <a:rPr sz="2000">
                          <a:solidFill>
                            <a:srgbClr val="000000"/>
                          </a:solidFill>
                          <a:latin typeface="Calibri"/>
                          <a:ea typeface="Calibri"/>
                          <a:cs typeface="Calibri"/>
                        </a:rPr>
                        <a:t>Expected source in top five</a:t>
                      </a:r>
                    </a:p>
                  </a:txBody>
                  <a:tcPr marL="133350" marR="133350" marT="114300" marB="114300" anchor="ctr">
                    <a:noFill/>
                  </a:tcPr>
                </a:tc>
                <a:tc>
                  <a:txBody>
                    <a:bodyPr/>
                    <a:lstStyle/>
                    <a:p>
                      <a:r>
                        <a:rPr sz="2000">
                          <a:solidFill>
                            <a:srgbClr val="000000"/>
                          </a:solidFill>
                          <a:latin typeface="Calibri"/>
                          <a:ea typeface="Calibri"/>
                          <a:cs typeface="Calibri"/>
                        </a:rPr>
                        <a:t>7 of 7 answerable cases</a:t>
                      </a:r>
                    </a:p>
                  </a:txBody>
                  <a:tcPr marL="133350" marR="133350" marT="114300" marB="114300" anchor="ctr">
                    <a:noFill/>
                  </a:tcPr>
                </a:tc>
                <a:tc>
                  <a:txBody>
                    <a:bodyPr/>
                    <a:lstStyle/>
                    <a:p>
                      <a:r>
                        <a:rPr sz="2000">
                          <a:solidFill>
                            <a:srgbClr val="000000"/>
                          </a:solidFill>
                          <a:latin typeface="Calibri"/>
                          <a:ea typeface="Calibri"/>
                          <a:cs typeface="Calibri"/>
                        </a:rPr>
                        <a:t>Paper retrieval</a:t>
                      </a:r>
                    </a:p>
                  </a:txBody>
                  <a:tcPr marL="133350" marR="133350" marT="114300" marB="114300" anchor="ctr">
                    <a:noFill/>
                  </a:tcPr>
                </a:tc>
              </a:tr>
              <a:tr h="695325">
                <a:tc>
                  <a:txBody>
                    <a:bodyPr/>
                    <a:lstStyle/>
                    <a:p>
                      <a:r>
                        <a:rPr sz="2000">
                          <a:solidFill>
                            <a:srgbClr val="000000"/>
                          </a:solidFill>
                          <a:latin typeface="Calibri"/>
                          <a:ea typeface="Calibri"/>
                          <a:cs typeface="Calibri"/>
                        </a:rPr>
                        <a:t>Rubric judge</a:t>
                      </a:r>
                    </a:p>
                  </a:txBody>
                  <a:tcPr marL="133350" marR="133350" marT="114300" marB="114300" anchor="ctr">
                    <a:noFill/>
                  </a:tcPr>
                </a:tc>
                <a:tc>
                  <a:txBody>
                    <a:bodyPr/>
                    <a:lstStyle/>
                    <a:p>
                      <a:r>
                        <a:rPr sz="2000">
                          <a:solidFill>
                            <a:srgbClr val="000000"/>
                          </a:solidFill>
                          <a:latin typeface="Calibri"/>
                          <a:ea typeface="Calibri"/>
                          <a:cs typeface="Calibri"/>
                        </a:rPr>
                        <a:t>8 of 8 passed</a:t>
                      </a:r>
                    </a:p>
                  </a:txBody>
                  <a:tcPr marL="133350" marR="133350" marT="114300" marB="114300" anchor="ctr">
                    <a:noFill/>
                  </a:tcPr>
                </a:tc>
                <a:tc>
                  <a:txBody>
                    <a:bodyPr/>
                    <a:lstStyle/>
                    <a:p>
                      <a:r>
                        <a:rPr sz="2000">
                          <a:solidFill>
                            <a:srgbClr val="000000"/>
                          </a:solidFill>
                          <a:latin typeface="Calibri"/>
                          <a:ea typeface="Calibri"/>
                          <a:cs typeface="Calibri"/>
                        </a:rPr>
                        <a:t>Agreement with grading notes</a:t>
                      </a:r>
                    </a:p>
                  </a:txBody>
                  <a:tcPr marL="133350" marR="133350" marT="114300" marB="114300" anchor="ctr">
                    <a:noFill/>
                  </a:tcPr>
                </a:tc>
              </a:tr>
              <a:tr h="695325">
                <a:tc>
                  <a:txBody>
                    <a:bodyPr/>
                    <a:lstStyle/>
                    <a:p>
                      <a:r>
                        <a:rPr sz="2000">
                          <a:solidFill>
                            <a:srgbClr val="000000"/>
                          </a:solidFill>
                          <a:latin typeface="Calibri"/>
                          <a:ea typeface="Calibri"/>
                          <a:cs typeface="Calibri"/>
                        </a:rPr>
                        <a:t>Combined acceptance</a:t>
                      </a:r>
                    </a:p>
                  </a:txBody>
                  <a:tcPr marL="133350" marR="133350" marT="114300" marB="114300" anchor="ctr">
                    <a:noFill/>
                  </a:tcPr>
                </a:tc>
                <a:tc>
                  <a:txBody>
                    <a:bodyPr/>
                    <a:lstStyle/>
                    <a:p>
                      <a:r>
                        <a:rPr sz="2000">
                          <a:solidFill>
                            <a:srgbClr val="000000"/>
                          </a:solidFill>
                          <a:latin typeface="Calibri"/>
                          <a:ea typeface="Calibri"/>
                          <a:cs typeface="Calibri"/>
                        </a:rPr>
                        <a:t>7 of 8 accepted</a:t>
                      </a:r>
                    </a:p>
                  </a:txBody>
                  <a:tcPr marL="133350" marR="133350" marT="114300" marB="114300" anchor="ctr">
                    <a:noFill/>
                  </a:tcPr>
                </a:tc>
                <a:tc>
                  <a:txBody>
                    <a:bodyPr/>
                    <a:lstStyle/>
                    <a:p>
                      <a:r>
                        <a:rPr sz="2000">
                          <a:solidFill>
                            <a:srgbClr val="000000"/>
                          </a:solidFill>
                          <a:latin typeface="Calibri"/>
                          <a:ea typeface="Calibri"/>
                          <a:cs typeface="Calibri"/>
                        </a:rPr>
                        <a:t>Retrieval and answer guardrails</a:t>
                      </a:r>
                    </a:p>
                  </a:txBody>
                  <a:tcPr marL="133350" marR="133350" marT="114300" marB="114300" anchor="ctr">
                    <a:noFill/>
                  </a:tcPr>
                </a:tc>
              </a:tr>
            </a:tbl>
          </a:graphicData>
        </a:graphic>
      </p:graphicFrame>
      <p:sp>
        <p:nvSpPr>
          <p:cNvPr id="7" name="evidence interpretation">
            <a:extLst xmlns:a="http://schemas.openxmlformats.org/drawingml/2006/main">
              <a:ext uri="{FF2B5EF4-FFF2-40B4-BE49-F238E27FC236}">
                <a16:creationId xmlns:a16="http://schemas.microsoft.com/office/drawing/2014/main" id="{24900A6F-D9D4-4AF7-8681-5715F21B4E44}"/>
              </a:ext>
            </a:extLst>
          </p:cNvPr>
          <p:cNvSpPr>
            <a:spLocks xmlns:a="http://schemas.openxmlformats.org/drawingml/2006/main" noGrp="1"/>
          </p:cNvSpPr>
          <p:nvPr/>
        </p:nvSpPr>
        <p:spPr>
          <a:xfrm xmlns:a="http://schemas.openxmlformats.org/drawingml/2006/main">
            <a:off x="800100" y="5000625"/>
            <a:ext cx="10591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p xmlns:a="http://schemas.openxmlformats.org/drawingml/2006/main">
            <a:pPr algn="l">
              <a:defRPr sz="2000" b="0">
                <a:solidFill>
                  <a:srgbClr val="000000"/>
                </a:solidFill>
                <a:latin typeface="Calibri"/>
                <a:ea typeface="Calibri"/>
                <a:cs typeface="Calibri"/>
              </a:defRPr>
            </a:pPr>
            <a:r>
              <a:rPr sz="2000" b="0">
                <a:solidFill>
                  <a:srgbClr val="000000"/>
                </a:solidFill>
                <a:latin typeface="Calibri"/>
                <a:ea typeface="Calibri"/>
                <a:cs typeface="Calibri"/>
              </a:rPr>
              <a:t>The unsupported question failed the stricter abstention check even though the judge passed it.</a:t>
            </a:r>
          </a:p>
        </p:txBody>
      </p:sp>
    </p:spTree>
    <p:extLst>
      <p:ext uri="{BB962C8B-B14F-4D97-AF65-F5344CB8AC3E}">
        <p14:creationId xmlns:p14="http://schemas.microsoft.com/office/powerpoint/2010/main" val="398715347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E2D08B99-26E8-96E3-B453-DEED97ED3C1F}"/>
              </a:ext>
            </a:extLst>
          </p:cNvPr>
          <p:cNvSpPr>
            <a:spLocks xmlns:a="http://schemas.openxmlformats.org/drawingml/2006/main" noGrp="1"/>
          </p:cNvSpPr>
          <p:nvPr/>
        </p:nvSpPr>
        <p:spPr>
          <a:xfrm xmlns:a="http://schemas.openxmlformats.org/drawingml/2006/main">
            <a:off x="952500" y="609600"/>
            <a:ext cx="10287000" cy="61912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gn="ctr">
              <a:buNone/>
              <a:defRPr sz="2800" b="1">
                <a:solidFill>
                  <a:srgbClr val="A31F34"/>
                </a:solidFill>
                <a:latin typeface="Calibri"/>
                <a:ea typeface="Calibri"/>
                <a:cs typeface="Calibri"/>
              </a:defRPr>
            </a:pPr>
            <a:r>
              <a:rPr sz="2800" b="1">
                <a:solidFill>
                  <a:srgbClr val="A31F34"/>
                </a:solidFill>
                <a:latin typeface="Calibri"/>
                <a:ea typeface="Calibri"/>
                <a:cs typeface="Calibri"/>
              </a:rPr>
              <a:t>Broader Search and Focused Evidence</a:t>
            </a:r>
          </a:p>
        </p:txBody>
      </p:sp>
      <p:sp>
        <p:nvSpPr>
          <p:cNvPr id="6" name="experiment context">
            <a:extLst xmlns:a="http://schemas.openxmlformats.org/drawingml/2006/main">
              <a:ext uri="{FF2B5EF4-FFF2-40B4-BE49-F238E27FC236}">
                <a16:creationId xmlns:a16="http://schemas.microsoft.com/office/drawing/2014/main" id="{5917F42D-6360-4928-BC1F-DB9E5E14AC73}"/>
              </a:ext>
            </a:extLst>
          </p:cNvPr>
          <p:cNvSpPr>
            <a:spLocks xmlns:a="http://schemas.openxmlformats.org/drawingml/2006/main" noGrp="1"/>
          </p:cNvSpPr>
          <p:nvPr/>
        </p:nvSpPr>
        <p:spPr>
          <a:xfrm xmlns:a="http://schemas.openxmlformats.org/drawingml/2006/main">
            <a:off x="800100" y="1476375"/>
            <a:ext cx="10591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p xmlns:a="http://schemas.openxmlformats.org/drawingml/2006/main">
            <a:pPr algn="l">
              <a:defRPr sz="2000" b="0">
                <a:solidFill>
                  <a:srgbClr val="000000"/>
                </a:solidFill>
                <a:latin typeface="Calibri"/>
                <a:ea typeface="Calibri"/>
                <a:cs typeface="Calibri"/>
              </a:defRPr>
            </a:pPr>
            <a:r>
              <a:rPr sz="2000" b="0">
                <a:solidFill>
                  <a:srgbClr val="000000"/>
                </a:solidFill>
                <a:latin typeface="Calibri"/>
                <a:ea typeface="Calibri"/>
                <a:cs typeface="Calibri"/>
              </a:rPr>
              <a:t>Week 4: both paths passed 6 of 6 broad questions. Decomposition increased distinct file slots from 23 to 27.</a:t>
            </a:r>
          </a:p>
        </p:txBody>
      </p:sp>
      <p:graphicFrame>
        <p:nvGraphicFramePr>
          <p:cNvPr id="11" name=""/>
          <p:cNvGraphicFramePr/>
          <p:nvPr/>
        </p:nvGraphicFramePr>
        <p:xfrm>
          <a:off xmlns:a="http://schemas.openxmlformats.org/drawingml/2006/main" x="800100" y="2476500"/>
          <a:ext xmlns:a="http://schemas.openxmlformats.org/drawingml/2006/main" cx="10591800" cy="2781300"/>
        </p:xfrm>
        <a:graphic xmlns:a="http://schemas.openxmlformats.org/drawingml/2006/main">
          <a:graphicData uri="http://schemas.openxmlformats.org/drawingml/2006/table">
            <a:tbl>
              <a:tblPr/>
              <a:tblGrid>
                <a:gridCol w="3810000"/>
                <a:gridCol w="2524125"/>
                <a:gridCol w="4257675"/>
              </a:tblGrid>
              <a:tr h="695325">
                <a:tc>
                  <a:txBody>
                    <a:bodyPr/>
                    <a:lstStyle/>
                    <a:p>
                      <a:r>
                        <a:rPr sz="2000" b="1">
                          <a:solidFill>
                            <a:srgbClr val="FFFFFF"/>
                          </a:solidFill>
                          <a:latin typeface="Calibri"/>
                          <a:ea typeface="Calibri"/>
                          <a:cs typeface="Calibri"/>
                        </a:rPr>
                        <a:t>Week 5 approach</a:t>
                      </a:r>
                    </a:p>
                  </a:txBody>
                  <a:tcPr marL="133350" marR="133350" marT="114300" marB="114300" anchor="ctr">
                    <a:solidFill>
                      <a:srgbClr val="A31F34"/>
                    </a:solidFill>
                  </a:tcPr>
                </a:tc>
                <a:tc>
                  <a:txBody>
                    <a:bodyPr/>
                    <a:lstStyle/>
                    <a:p>
                      <a:r>
                        <a:rPr sz="2000" b="1">
                          <a:solidFill>
                            <a:srgbClr val="FFFFFF"/>
                          </a:solidFill>
                          <a:latin typeface="Calibri"/>
                          <a:ea typeface="Calibri"/>
                          <a:cs typeface="Calibri"/>
                        </a:rPr>
                        <a:t>Judge passes</a:t>
                      </a:r>
                    </a:p>
                  </a:txBody>
                  <a:tcPr marL="133350" marR="133350" marT="114300" marB="114300" anchor="ctr">
                    <a:solidFill>
                      <a:srgbClr val="A31F34"/>
                    </a:solidFill>
                  </a:tcPr>
                </a:tc>
                <a:tc>
                  <a:txBody>
                    <a:bodyPr/>
                    <a:lstStyle/>
                    <a:p>
                      <a:r>
                        <a:rPr sz="2000" b="1">
                          <a:solidFill>
                            <a:srgbClr val="FFFFFF"/>
                          </a:solidFill>
                          <a:latin typeface="Calibri"/>
                          <a:ea typeface="Calibri"/>
                          <a:cs typeface="Calibri"/>
                        </a:rPr>
                        <a:t>Retrieval pattern</a:t>
                      </a:r>
                    </a:p>
                  </a:txBody>
                  <a:tcPr marL="133350" marR="133350" marT="114300" marB="114300" anchor="ctr">
                    <a:solidFill>
                      <a:srgbClr val="A31F34"/>
                    </a:solidFill>
                  </a:tcPr>
                </a:tc>
              </a:tr>
              <a:tr h="695325">
                <a:tc>
                  <a:txBody>
                    <a:bodyPr/>
                    <a:lstStyle/>
                    <a:p>
                      <a:r>
                        <a:rPr sz="2000">
                          <a:solidFill>
                            <a:srgbClr val="000000"/>
                          </a:solidFill>
                          <a:latin typeface="Calibri"/>
                          <a:ea typeface="Calibri"/>
                          <a:cs typeface="Calibri"/>
                        </a:rPr>
                        <a:t>Fixed search</a:t>
                      </a:r>
                    </a:p>
                  </a:txBody>
                  <a:tcPr marL="133350" marR="133350" marT="114300" marB="114300" anchor="ctr">
                    <a:noFill/>
                  </a:tcPr>
                </a:tc>
                <a:tc>
                  <a:txBody>
                    <a:bodyPr/>
                    <a:lstStyle/>
                    <a:p>
                      <a:r>
                        <a:rPr sz="2000">
                          <a:solidFill>
                            <a:srgbClr val="000000"/>
                          </a:solidFill>
                          <a:latin typeface="Calibri"/>
                          <a:ea typeface="Calibri"/>
                          <a:cs typeface="Calibri"/>
                        </a:rPr>
                        <a:t>2 of 3</a:t>
                      </a:r>
                    </a:p>
                  </a:txBody>
                  <a:tcPr marL="133350" marR="133350" marT="114300" marB="114300" anchor="ctr">
                    <a:noFill/>
                  </a:tcPr>
                </a:tc>
                <a:tc>
                  <a:txBody>
                    <a:bodyPr/>
                    <a:lstStyle/>
                    <a:p>
                      <a:r>
                        <a:rPr sz="2000">
                          <a:solidFill>
                            <a:srgbClr val="000000"/>
                          </a:solidFill>
                          <a:latin typeface="Calibri"/>
                          <a:ea typeface="Calibri"/>
                          <a:cs typeface="Calibri"/>
                        </a:rPr>
                        <a:t>One search per question</a:t>
                      </a:r>
                    </a:p>
                  </a:txBody>
                  <a:tcPr marL="133350" marR="133350" marT="114300" marB="114300" anchor="ctr">
                    <a:noFill/>
                  </a:tcPr>
                </a:tc>
              </a:tr>
              <a:tr h="695325">
                <a:tc>
                  <a:txBody>
                    <a:bodyPr/>
                    <a:lstStyle/>
                    <a:p>
                      <a:r>
                        <a:rPr sz="2000">
                          <a:solidFill>
                            <a:srgbClr val="000000"/>
                          </a:solidFill>
                          <a:latin typeface="Calibri"/>
                          <a:ea typeface="Calibri"/>
                          <a:cs typeface="Calibri"/>
                        </a:rPr>
                        <a:t>Initial agent</a:t>
                      </a:r>
                    </a:p>
                  </a:txBody>
                  <a:tcPr marL="133350" marR="133350" marT="114300" marB="114300" anchor="ctr">
                    <a:noFill/>
                  </a:tcPr>
                </a:tc>
                <a:tc>
                  <a:txBody>
                    <a:bodyPr/>
                    <a:lstStyle/>
                    <a:p>
                      <a:r>
                        <a:rPr sz="2000">
                          <a:solidFill>
                            <a:srgbClr val="000000"/>
                          </a:solidFill>
                          <a:latin typeface="Calibri"/>
                          <a:ea typeface="Calibri"/>
                          <a:cs typeface="Calibri"/>
                        </a:rPr>
                        <a:t>2 of 3</a:t>
                      </a:r>
                    </a:p>
                  </a:txBody>
                  <a:tcPr marL="133350" marR="133350" marT="114300" marB="114300" anchor="ctr">
                    <a:noFill/>
                  </a:tcPr>
                </a:tc>
                <a:tc>
                  <a:txBody>
                    <a:bodyPr/>
                    <a:lstStyle/>
                    <a:p>
                      <a:r>
                        <a:rPr sz="2000">
                          <a:solidFill>
                            <a:srgbClr val="000000"/>
                          </a:solidFill>
                          <a:latin typeface="Calibri"/>
                          <a:ea typeface="Calibri"/>
                          <a:cs typeface="Calibri"/>
                        </a:rPr>
                        <a:t>Search and inspect</a:t>
                      </a:r>
                    </a:p>
                  </a:txBody>
                  <a:tcPr marL="133350" marR="133350" marT="114300" marB="114300" anchor="ctr">
                    <a:noFill/>
                  </a:tcPr>
                </a:tc>
              </a:tr>
              <a:tr h="695325">
                <a:tc>
                  <a:txBody>
                    <a:bodyPr/>
                    <a:lstStyle/>
                    <a:p>
                      <a:r>
                        <a:rPr sz="2000">
                          <a:solidFill>
                            <a:srgbClr val="000000"/>
                          </a:solidFill>
                          <a:latin typeface="Calibri"/>
                          <a:ea typeface="Calibri"/>
                          <a:cs typeface="Calibri"/>
                        </a:rPr>
                        <a:t>Refined agent</a:t>
                      </a:r>
                    </a:p>
                  </a:txBody>
                  <a:tcPr marL="133350" marR="133350" marT="114300" marB="114300" anchor="ctr">
                    <a:noFill/>
                  </a:tcPr>
                </a:tc>
                <a:tc>
                  <a:txBody>
                    <a:bodyPr/>
                    <a:lstStyle/>
                    <a:p>
                      <a:r>
                        <a:rPr sz="2000">
                          <a:solidFill>
                            <a:srgbClr val="000000"/>
                          </a:solidFill>
                          <a:latin typeface="Calibri"/>
                          <a:ea typeface="Calibri"/>
                          <a:cs typeface="Calibri"/>
                        </a:rPr>
                        <a:t>3 of 3</a:t>
                      </a:r>
                    </a:p>
                  </a:txBody>
                  <a:tcPr marL="133350" marR="133350" marT="114300" marB="114300" anchor="ctr">
                    <a:noFill/>
                  </a:tcPr>
                </a:tc>
                <a:tc>
                  <a:txBody>
                    <a:bodyPr/>
                    <a:lstStyle/>
                    <a:p>
                      <a:r>
                        <a:rPr sz="2000">
                          <a:solidFill>
                            <a:srgbClr val="000000"/>
                          </a:solidFill>
                          <a:latin typeface="Calibri"/>
                          <a:ea typeface="Calibri"/>
                          <a:cs typeface="Calibri"/>
                        </a:rPr>
                        <a:t>Focused paper coverage</a:t>
                      </a:r>
                    </a:p>
                  </a:txBody>
                  <a:tcPr marL="133350" marR="133350" marT="114300" marB="114300" anchor="ctr">
                    <a:noFill/>
                  </a:tcPr>
                </a:tc>
              </a:tr>
            </a:tbl>
          </a:graphicData>
        </a:graphic>
      </p:graphicFrame>
      <p:sp>
        <p:nvSpPr>
          <p:cNvPr id="8" name="evidence interpretation">
            <a:extLst xmlns:a="http://schemas.openxmlformats.org/drawingml/2006/main">
              <a:ext uri="{FF2B5EF4-FFF2-40B4-BE49-F238E27FC236}">
                <a16:creationId xmlns:a16="http://schemas.microsoft.com/office/drawing/2014/main" id="{47CEBABD-B60F-451D-9EEE-6DDB0D2C6EDA}"/>
              </a:ext>
            </a:extLst>
          </p:cNvPr>
          <p:cNvSpPr>
            <a:spLocks xmlns:a="http://schemas.openxmlformats.org/drawingml/2006/main" noGrp="1"/>
          </p:cNvSpPr>
          <p:nvPr/>
        </p:nvSpPr>
        <p:spPr>
          <a:xfrm xmlns:a="http://schemas.openxmlformats.org/drawingml/2006/main">
            <a:off x="800100" y="5476875"/>
            <a:ext cx="10591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p xmlns:a="http://schemas.openxmlformats.org/drawingml/2006/main">
            <a:pPr algn="l">
              <a:defRPr sz="2000" b="0">
                <a:solidFill>
                  <a:srgbClr val="000000"/>
                </a:solidFill>
                <a:latin typeface="Calibri"/>
                <a:ea typeface="Calibri"/>
                <a:cs typeface="Calibri"/>
              </a:defRPr>
            </a:pPr>
            <a:r>
              <a:rPr sz="2000" b="0">
                <a:solidFill>
                  <a:srgbClr val="000000"/>
                </a:solidFill>
                <a:latin typeface="Calibri"/>
                <a:ea typeface="Calibri"/>
                <a:cs typeface="Calibri"/>
              </a:rPr>
              <a:t>The final design keeps bounded evidence gathering for harder questions. Wider coverage alone does not prove higher accuracy.</a:t>
            </a:r>
          </a:p>
        </p:txBody>
      </p:sp>
    </p:spTree>
    <p:extLst>
      <p:ext uri="{BB962C8B-B14F-4D97-AF65-F5344CB8AC3E}">
        <p14:creationId xmlns:p14="http://schemas.microsoft.com/office/powerpoint/2010/main" val="398715347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98CF4003-6B2E-87CF-2817-76889C6135B4}"/>
              </a:ext>
            </a:extLst>
          </p:cNvPr>
          <p:cNvSpPr>
            <a:spLocks xmlns:a="http://schemas.openxmlformats.org/drawingml/2006/main" noGrp="1"/>
          </p:cNvSpPr>
          <p:nvPr/>
        </p:nvSpPr>
        <p:spPr>
          <a:xfrm xmlns:a="http://schemas.openxmlformats.org/drawingml/2006/main">
            <a:off x="952500" y="609600"/>
            <a:ext cx="10287000" cy="61912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gn="ctr">
              <a:buNone/>
              <a:defRPr sz="2800" b="1">
                <a:solidFill>
                  <a:srgbClr val="A31F34"/>
                </a:solidFill>
                <a:latin typeface="Calibri"/>
                <a:ea typeface="Calibri"/>
                <a:cs typeface="Calibri"/>
              </a:defRPr>
            </a:pPr>
            <a:r>
              <a:rPr sz="2800" b="1">
                <a:solidFill>
                  <a:srgbClr val="A31F34"/>
                </a:solidFill>
                <a:latin typeface="Calibri"/>
                <a:ea typeface="Calibri"/>
                <a:cs typeface="Calibri"/>
              </a:rPr>
              <a:t>A Recorded Research Question</a:t>
            </a:r>
          </a:p>
        </p:txBody>
      </p:sp>
      <p:sp>
        <p:nvSpPr>
          <p:cNvPr id="6" name="question example">
            <a:extLst xmlns:a="http://schemas.openxmlformats.org/drawingml/2006/main">
              <a:ext uri="{FF2B5EF4-FFF2-40B4-BE49-F238E27FC236}">
                <a16:creationId xmlns:a16="http://schemas.microsoft.com/office/drawing/2014/main" id="{E0A6F6C3-EC52-4AC9-A5EC-9D812A1BEFF4}"/>
              </a:ext>
            </a:extLst>
          </p:cNvPr>
          <p:cNvSpPr>
            <a:spLocks xmlns:a="http://schemas.openxmlformats.org/drawingml/2006/main" noGrp="1"/>
          </p:cNvSpPr>
          <p:nvPr/>
        </p:nvSpPr>
        <p:spPr>
          <a:xfrm xmlns:a="http://schemas.openxmlformats.org/drawingml/2006/main">
            <a:off x="800100" y="1666875"/>
            <a:ext cx="105918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p xmlns:a="http://schemas.openxmlformats.org/drawingml/2006/main">
            <a:pPr algn="l">
              <a:defRPr sz="2000" b="0">
                <a:solidFill>
                  <a:srgbClr val="000000"/>
                </a:solidFill>
                <a:latin typeface="Calibri"/>
                <a:ea typeface="Calibri"/>
                <a:cs typeface="Calibri"/>
              </a:defRPr>
            </a:pPr>
            <a:r>
              <a:rPr sz="2000" b="0">
                <a:solidFill>
                  <a:srgbClr val="000000"/>
                </a:solidFill>
                <a:latin typeface="Calibri"/>
                <a:ea typeface="Calibri"/>
                <a:cs typeface="Calibri"/>
              </a:rPr>
              <a:t>Question</a:t>
            </a:r>
          </a:p>
          <a:p xmlns:a="http://schemas.openxmlformats.org/drawingml/2006/main">
            <a:pPr algn="l">
              <a:defRPr sz="2000" b="0">
                <a:solidFill>
                  <a:srgbClr val="000000"/>
                </a:solidFill>
                <a:latin typeface="Calibri"/>
                <a:ea typeface="Calibri"/>
                <a:cs typeface="Calibri"/>
              </a:defRPr>
            </a:pPr>
            <a:r>
              <a:rPr sz="2000" b="0">
                <a:solidFill>
                  <a:srgbClr val="000000"/>
                </a:solidFill>
                <a:latin typeface="Calibri"/>
                <a:ea typeface="Calibri"/>
                <a:cs typeface="Calibri"/>
              </a:rPr>
              <a:t>How does Learning to Infer Program Sketches combine a neural model with symbolic program synthesis?</a:t>
            </a:r>
          </a:p>
        </p:txBody>
      </p:sp>
      <p:sp>
        <p:nvSpPr>
          <p:cNvPr id="7" name="verbatim output excerpt">
            <a:extLst xmlns:a="http://schemas.openxmlformats.org/drawingml/2006/main">
              <a:ext uri="{FF2B5EF4-FFF2-40B4-BE49-F238E27FC236}">
                <a16:creationId xmlns:a16="http://schemas.microsoft.com/office/drawing/2014/main" id="{0E56CD82-8421-4966-9482-175EEE2E7B5E}"/>
              </a:ext>
            </a:extLst>
          </p:cNvPr>
          <p:cNvSpPr>
            <a:spLocks xmlns:a="http://schemas.openxmlformats.org/drawingml/2006/main" noGrp="1"/>
          </p:cNvSpPr>
          <p:nvPr/>
        </p:nvSpPr>
        <p:spPr>
          <a:xfrm xmlns:a="http://schemas.openxmlformats.org/drawingml/2006/main">
            <a:off x="800100" y="3286125"/>
            <a:ext cx="105918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p xmlns:a="http://schemas.openxmlformats.org/drawingml/2006/main">
            <a:pPr algn="l">
              <a:defRPr sz="2000" b="0">
                <a:solidFill>
                  <a:srgbClr val="000000"/>
                </a:solidFill>
                <a:latin typeface="Calibri"/>
                <a:ea typeface="Calibri"/>
                <a:cs typeface="Calibri"/>
              </a:defRPr>
            </a:pPr>
            <a:r>
              <a:rPr sz="2000" b="0">
                <a:solidFill>
                  <a:srgbClr val="000000"/>
                </a:solidFill>
                <a:latin typeface="Calibri"/>
                <a:ea typeface="Calibri"/>
                <a:cs typeface="Calibri"/>
              </a:rPr>
              <a:t>LLM output excerpt (wording unchanged)</a:t>
            </a:r>
          </a:p>
          <a:p xmlns:a="http://schemas.openxmlformats.org/drawingml/2006/main">
            <a:pPr algn="l">
              <a:defRPr sz="2000" b="0">
                <a:solidFill>
                  <a:srgbClr val="000000"/>
                </a:solidFill>
                <a:latin typeface="Calibri"/>
                <a:ea typeface="Calibri"/>
                <a:cs typeface="Calibri"/>
              </a:defRPr>
            </a:pPr>
            <a:r>
              <a:rPr sz="2000" b="0">
                <a:solidFill>
                  <a:srgbClr val="000000"/>
                </a:solidFill>
                <a:latin typeface="Calibri"/>
                <a:ea typeface="Calibri"/>
                <a:cs typeface="Calibri"/>
              </a:rPr>
              <a:t>In short: the neural network proposes sketches; the symbolic synthesizer completes them. The learned interface between them lets the system adapt the balance between pattern recognition and explicit search [1][4].</a:t>
            </a:r>
          </a:p>
        </p:txBody>
      </p:sp>
      <p:sp>
        <p:nvSpPr>
          <p:cNvPr id="8" name="demo provenance">
            <a:extLst xmlns:a="http://schemas.openxmlformats.org/drawingml/2006/main">
              <a:ext uri="{FF2B5EF4-FFF2-40B4-BE49-F238E27FC236}">
                <a16:creationId xmlns:a16="http://schemas.microsoft.com/office/drawing/2014/main" id="{B6884341-F29B-4F52-97E0-D8EDE8E924B7}"/>
              </a:ext>
            </a:extLst>
          </p:cNvPr>
          <p:cNvSpPr>
            <a:spLocks xmlns:a="http://schemas.openxmlformats.org/drawingml/2006/main" noGrp="1"/>
          </p:cNvSpPr>
          <p:nvPr/>
        </p:nvSpPr>
        <p:spPr>
          <a:xfrm xmlns:a="http://schemas.openxmlformats.org/drawingml/2006/main">
            <a:off x="800100" y="5286375"/>
            <a:ext cx="10591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p xmlns:a="http://schemas.openxmlformats.org/drawingml/2006/main">
            <a:pPr algn="l">
              <a:defRPr sz="2000" b="0">
                <a:solidFill>
                  <a:srgbClr val="000000"/>
                </a:solidFill>
                <a:latin typeface="Calibri"/>
                <a:ea typeface="Calibri"/>
                <a:cs typeface="Calibri"/>
              </a:defRPr>
            </a:pPr>
            <a:r>
              <a:rPr sz="2000" b="0">
                <a:solidFill>
                  <a:srgbClr val="000000"/>
                </a:solidFill>
                <a:latin typeface="Calibri"/>
                <a:ea typeface="Calibri"/>
                <a:cs typeface="Calibri"/>
              </a:rPr>
              <a:t>Recorded Week 7 P1 response. The complete answer and selected source pages are available through the replay command.</a:t>
            </a:r>
          </a:p>
        </p:txBody>
      </p:sp>
    </p:spTree>
    <p:extLst>
      <p:ext uri="{BB962C8B-B14F-4D97-AF65-F5344CB8AC3E}">
        <p14:creationId xmlns:p14="http://schemas.microsoft.com/office/powerpoint/2010/main" val="328922481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BC92D5CD-CEED-CAF9-8E1C-650675A313C3}"/>
              </a:ext>
            </a:extLst>
          </p:cNvPr>
          <p:cNvSpPr>
            <a:spLocks xmlns:a="http://schemas.openxmlformats.org/drawingml/2006/main" noGrp="1"/>
          </p:cNvSpPr>
          <p:nvPr/>
        </p:nvSpPr>
        <p:spPr>
          <a:xfrm xmlns:a="http://schemas.openxmlformats.org/drawingml/2006/main">
            <a:off x="952500" y="609600"/>
            <a:ext cx="10287000" cy="61912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gn="ctr">
              <a:buNone/>
              <a:defRPr sz="2800" b="1">
                <a:solidFill>
                  <a:srgbClr val="A31F34"/>
                </a:solidFill>
                <a:latin typeface="Calibri"/>
                <a:ea typeface="Calibri"/>
                <a:cs typeface="Calibri"/>
              </a:defRPr>
            </a:pPr>
            <a:r>
              <a:rPr sz="2800" b="1">
                <a:solidFill>
                  <a:srgbClr val="A31F34"/>
                </a:solidFill>
                <a:latin typeface="Calibri"/>
                <a:ea typeface="Calibri"/>
                <a:cs typeface="Calibri"/>
              </a:rPr>
              <a:t>Security and Evidence Boundaries</a:t>
            </a:r>
          </a:p>
        </p:txBody>
      </p:sp>
      <p:sp>
        <p:nvSpPr>
          <p:cNvPr id="6" name="submission body">
            <a:extLst xmlns:a="http://schemas.openxmlformats.org/drawingml/2006/main">
              <a:ext uri="{FF2B5EF4-FFF2-40B4-BE49-F238E27FC236}">
                <a16:creationId xmlns:a16="http://schemas.microsoft.com/office/drawing/2014/main" id="{C7663D88-3D6C-4C23-B50C-4B87DB048B21}"/>
              </a:ext>
            </a:extLst>
          </p:cNvPr>
          <p:cNvSpPr>
            <a:spLocks xmlns:a="http://schemas.openxmlformats.org/drawingml/2006/main" noGrp="1"/>
          </p:cNvSpPr>
          <p:nvPr/>
        </p:nvSpPr>
        <p:spPr>
          <a:xfrm xmlns:a="http://schemas.openxmlformats.org/drawingml/2006/main">
            <a:off x="707612" y="1714500"/>
            <a:ext cx="10668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p xmlns:a="http://schemas.openxmlformats.org/drawingml/2006/main">
            <a:pPr marL="228600" indent="-114300" algn="l">
              <a:spcAft>
                <a:spcPts val="1600"/>
              </a:spcAft>
              <a:buChar char="•"/>
              <a:defRPr sz="2000" b="0">
                <a:solidFill>
                  <a:srgbClr val="000000"/>
                </a:solidFill>
                <a:latin typeface="Calibri"/>
                <a:ea typeface="Calibri"/>
                <a:cs typeface="Calibri"/>
              </a:defRPr>
            </a:pPr>
            <a:r>
              <a:rPr sz="2000" b="0">
                <a:solidFill>
                  <a:srgbClr val="000000"/>
                </a:solidFill>
                <a:latin typeface="Calibri"/>
                <a:ea typeface="Calibri"/>
                <a:cs typeface="Calibri"/>
              </a:rPr>
              <a:t>A narrow filter removes recognizable role commands and pasted fake-source blocks.</a:t>
            </a:r>
          </a:p>
          <a:p xmlns:a="http://schemas.openxmlformats.org/drawingml/2006/main">
            <a:pPr marL="228600" indent="-114300" algn="l">
              <a:spcAft>
                <a:spcPts val="1600"/>
              </a:spcAft>
              <a:buChar char="•"/>
              <a:defRPr sz="2000" b="0">
                <a:solidFill>
                  <a:srgbClr val="000000"/>
                </a:solidFill>
                <a:latin typeface="Calibri"/>
                <a:ea typeface="Calibri"/>
                <a:cs typeface="Calibri"/>
              </a:defRPr>
            </a:pPr>
            <a:r>
              <a:rPr sz="2000" b="0">
                <a:solidFill>
                  <a:srgbClr val="000000"/>
                </a:solidFill>
                <a:latin typeface="Calibri"/>
                <a:ea typeface="Calibri"/>
                <a:cs typeface="Calibri"/>
              </a:rPr>
              <a:t>Tagged prompts separate the question and excerpts. XML characters are escaped.</a:t>
            </a:r>
          </a:p>
          <a:p xmlns:a="http://schemas.openxmlformats.org/drawingml/2006/main">
            <a:pPr marL="228600" indent="-114300" algn="l">
              <a:spcAft>
                <a:spcPts val="1600"/>
              </a:spcAft>
              <a:buChar char="•"/>
              <a:defRPr sz="2000" b="0">
                <a:solidFill>
                  <a:srgbClr val="000000"/>
                </a:solidFill>
                <a:latin typeface="Calibri"/>
                <a:ea typeface="Calibri"/>
                <a:cs typeface="Calibri"/>
              </a:defRPr>
            </a:pPr>
            <a:r>
              <a:rPr sz="2000" b="0">
                <a:solidFill>
                  <a:srgbClr val="000000"/>
                </a:solidFill>
                <a:latin typeface="Calibri"/>
                <a:ea typeface="Calibri"/>
                <a:cs typeface="Calibri"/>
              </a:rPr>
              <a:t>An integrity gate rejects selected text changed after ingestion.</a:t>
            </a:r>
          </a:p>
          <a:p xmlns:a="http://schemas.openxmlformats.org/drawingml/2006/main">
            <a:pPr marL="228600" indent="-114300" algn="l">
              <a:spcAft>
                <a:spcPts val="1600"/>
              </a:spcAft>
              <a:buChar char="•"/>
              <a:defRPr sz="2000" b="0">
                <a:solidFill>
                  <a:srgbClr val="000000"/>
                </a:solidFill>
                <a:latin typeface="Calibri"/>
                <a:ea typeface="Calibri"/>
                <a:cs typeface="Calibri"/>
              </a:defRPr>
            </a:pPr>
            <a:r>
              <a:rPr sz="2000" b="0">
                <a:solidFill>
                  <a:srgbClr val="000000"/>
                </a:solidFill>
                <a:latin typeface="Calibri"/>
                <a:ea typeface="Calibri"/>
                <a:cs typeface="Calibri"/>
              </a:rPr>
              <a:t>Only search, paper lookup, and answer actions are available, with a fixed action cap.</a:t>
            </a:r>
          </a:p>
        </p:txBody>
      </p:sp>
      <p:sp>
        <p:nvSpPr>
          <p:cNvPr id="7" name="paired security example">
            <a:extLst xmlns:a="http://schemas.openxmlformats.org/drawingml/2006/main">
              <a:ext uri="{FF2B5EF4-FFF2-40B4-BE49-F238E27FC236}">
                <a16:creationId xmlns:a16="http://schemas.microsoft.com/office/drawing/2014/main" id="{068896E8-5210-4DFD-8B79-B8E6300A64C3}"/>
              </a:ext>
            </a:extLst>
          </p:cNvPr>
          <p:cNvSpPr>
            <a:spLocks xmlns:a="http://schemas.openxmlformats.org/drawingml/2006/main" noGrp="1"/>
          </p:cNvSpPr>
          <p:nvPr/>
        </p:nvSpPr>
        <p:spPr>
          <a:xfrm xmlns:a="http://schemas.openxmlformats.org/drawingml/2006/main">
            <a:off x="800100" y="5381625"/>
            <a:ext cx="10591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p xmlns:a="http://schemas.openxmlformats.org/drawingml/2006/main">
            <a:pPr algn="l">
              <a:defRPr sz="2000" b="0">
                <a:solidFill>
                  <a:srgbClr val="000000"/>
                </a:solidFill>
                <a:latin typeface="Calibri"/>
                <a:ea typeface="Calibri"/>
                <a:cs typeface="Calibri"/>
              </a:defRPr>
            </a:pPr>
            <a:r>
              <a:rPr sz="2000" b="0">
                <a:solidFill>
                  <a:srgbClr val="000000"/>
                </a:solidFill>
                <a:latin typeface="Calibri"/>
                <a:ea typeface="Calibri"/>
                <a:cs typeface="Calibri"/>
              </a:rPr>
              <a:t>S1 baseline: “CLUCK CLUCK.”  Final: a cited explanation of the requested method.</a:t>
            </a:r>
          </a:p>
        </p:txBody>
      </p:sp>
    </p:spTree>
    <p:extLst>
      <p:ext uri="{BB962C8B-B14F-4D97-AF65-F5344CB8AC3E}">
        <p14:creationId xmlns:p14="http://schemas.microsoft.com/office/powerpoint/2010/main" val="68490748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E2D08B99-26E8-96E3-B453-DEED97ED3C1F}"/>
              </a:ext>
            </a:extLst>
          </p:cNvPr>
          <p:cNvSpPr>
            <a:spLocks xmlns:a="http://schemas.openxmlformats.org/drawingml/2006/main" noGrp="1"/>
          </p:cNvSpPr>
          <p:nvPr/>
        </p:nvSpPr>
        <p:spPr>
          <a:xfrm xmlns:a="http://schemas.openxmlformats.org/drawingml/2006/main">
            <a:off x="952500" y="609600"/>
            <a:ext cx="10287000" cy="61912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gn="ctr">
              <a:buNone/>
              <a:defRPr sz="2800" b="1">
                <a:solidFill>
                  <a:srgbClr val="A31F34"/>
                </a:solidFill>
                <a:latin typeface="Calibri"/>
                <a:ea typeface="Calibri"/>
                <a:cs typeface="Calibri"/>
              </a:defRPr>
            </a:pPr>
            <a:r>
              <a:rPr sz="2800" b="1">
                <a:solidFill>
                  <a:srgbClr val="A31F34"/>
                </a:solidFill>
                <a:latin typeface="Calibri"/>
                <a:ea typeface="Calibri"/>
                <a:cs typeface="Calibri"/>
              </a:rPr>
              <a:t>Efficiency With a Quality Check</a:t>
            </a:r>
          </a:p>
        </p:txBody>
      </p:sp>
      <p:graphicFrame>
        <p:nvGraphicFramePr>
          <p:cNvPr id="9" name=""/>
          <p:cNvGraphicFramePr/>
          <p:nvPr/>
        </p:nvGraphicFramePr>
        <p:xfrm>
          <a:off xmlns:a="http://schemas.openxmlformats.org/drawingml/2006/main" x="800100" y="1762125"/>
          <a:ext xmlns:a="http://schemas.openxmlformats.org/drawingml/2006/main" cx="10591800" cy="2781300"/>
        </p:xfrm>
        <a:graphic xmlns:a="http://schemas.openxmlformats.org/drawingml/2006/main">
          <a:graphicData uri="http://schemas.openxmlformats.org/drawingml/2006/table">
            <a:tbl>
              <a:tblPr/>
              <a:tblGrid>
                <a:gridCol w="3810000"/>
                <a:gridCol w="2524125"/>
                <a:gridCol w="4257675"/>
              </a:tblGrid>
              <a:tr h="695325">
                <a:tc>
                  <a:txBody>
                    <a:bodyPr/>
                    <a:lstStyle/>
                    <a:p>
                      <a:r>
                        <a:rPr sz="2000" b="1">
                          <a:solidFill>
                            <a:srgbClr val="FFFFFF"/>
                          </a:solidFill>
                          <a:latin typeface="Calibri"/>
                          <a:ea typeface="Calibri"/>
                          <a:cs typeface="Calibri"/>
                        </a:rPr>
                        <a:t>Seven paired Week 7 cases</a:t>
                      </a:r>
                    </a:p>
                  </a:txBody>
                  <a:tcPr marL="133350" marR="133350" marT="114300" marB="114300" anchor="ctr">
                    <a:solidFill>
                      <a:srgbClr val="A31F34"/>
                    </a:solidFill>
                  </a:tcPr>
                </a:tc>
                <a:tc>
                  <a:txBody>
                    <a:bodyPr/>
                    <a:lstStyle/>
                    <a:p>
                      <a:r>
                        <a:rPr sz="2000" b="1">
                          <a:solidFill>
                            <a:srgbClr val="FFFFFF"/>
                          </a:solidFill>
                          <a:latin typeface="Calibri"/>
                          <a:ea typeface="Calibri"/>
                          <a:cs typeface="Calibri"/>
                        </a:rPr>
                        <a:t>Baseline</a:t>
                      </a:r>
                    </a:p>
                  </a:txBody>
                  <a:tcPr marL="133350" marR="133350" marT="114300" marB="114300" anchor="ctr">
                    <a:solidFill>
                      <a:srgbClr val="A31F34"/>
                    </a:solidFill>
                  </a:tcPr>
                </a:tc>
                <a:tc>
                  <a:txBody>
                    <a:bodyPr/>
                    <a:lstStyle/>
                    <a:p>
                      <a:r>
                        <a:rPr sz="2000" b="1">
                          <a:solidFill>
                            <a:srgbClr val="FFFFFF"/>
                          </a:solidFill>
                          <a:latin typeface="Calibri"/>
                          <a:ea typeface="Calibri"/>
                          <a:cs typeface="Calibri"/>
                        </a:rPr>
                        <a:t>Final</a:t>
                      </a:r>
                    </a:p>
                  </a:txBody>
                  <a:tcPr marL="133350" marR="133350" marT="114300" marB="114300" anchor="ctr">
                    <a:solidFill>
                      <a:srgbClr val="A31F34"/>
                    </a:solidFill>
                  </a:tcPr>
                </a:tc>
              </a:tr>
              <a:tr h="695325">
                <a:tc>
                  <a:txBody>
                    <a:bodyPr/>
                    <a:lstStyle/>
                    <a:p>
                      <a:r>
                        <a:rPr sz="2000">
                          <a:solidFill>
                            <a:srgbClr val="000000"/>
                          </a:solidFill>
                          <a:latin typeface="Calibri"/>
                          <a:ea typeface="Calibri"/>
                          <a:cs typeface="Calibri"/>
                        </a:rPr>
                        <a:t>Production tokens</a:t>
                      </a:r>
                    </a:p>
                  </a:txBody>
                  <a:tcPr marL="133350" marR="133350" marT="114300" marB="114300" anchor="ctr">
                    <a:noFill/>
                  </a:tcPr>
                </a:tc>
                <a:tc>
                  <a:txBody>
                    <a:bodyPr/>
                    <a:lstStyle/>
                    <a:p>
                      <a:r>
                        <a:rPr sz="2000">
                          <a:solidFill>
                            <a:srgbClr val="000000"/>
                          </a:solidFill>
                          <a:latin typeface="Calibri"/>
                          <a:ea typeface="Calibri"/>
                          <a:cs typeface="Calibri"/>
                        </a:rPr>
                        <a:t>68,687</a:t>
                      </a:r>
                    </a:p>
                  </a:txBody>
                  <a:tcPr marL="133350" marR="133350" marT="114300" marB="114300" anchor="ctr">
                    <a:noFill/>
                  </a:tcPr>
                </a:tc>
                <a:tc>
                  <a:txBody>
                    <a:bodyPr/>
                    <a:lstStyle/>
                    <a:p>
                      <a:r>
                        <a:rPr sz="2000">
                          <a:solidFill>
                            <a:srgbClr val="000000"/>
                          </a:solidFill>
                          <a:latin typeface="Calibri"/>
                          <a:ea typeface="Calibri"/>
                          <a:cs typeface="Calibri"/>
                        </a:rPr>
                        <a:t>40,115</a:t>
                      </a:r>
                    </a:p>
                  </a:txBody>
                  <a:tcPr marL="133350" marR="133350" marT="114300" marB="114300" anchor="ctr">
                    <a:noFill/>
                  </a:tcPr>
                </a:tc>
              </a:tr>
              <a:tr h="695325">
                <a:tc>
                  <a:txBody>
                    <a:bodyPr/>
                    <a:lstStyle/>
                    <a:p>
                      <a:r>
                        <a:rPr sz="2000">
                          <a:solidFill>
                            <a:srgbClr val="000000"/>
                          </a:solidFill>
                          <a:latin typeface="Calibri"/>
                          <a:ea typeface="Calibri"/>
                          <a:cs typeface="Calibri"/>
                        </a:rPr>
                        <a:t>Observed elapsed seconds</a:t>
                      </a:r>
                    </a:p>
                  </a:txBody>
                  <a:tcPr marL="133350" marR="133350" marT="114300" marB="114300" anchor="ctr">
                    <a:noFill/>
                  </a:tcPr>
                </a:tc>
                <a:tc>
                  <a:txBody>
                    <a:bodyPr/>
                    <a:lstStyle/>
                    <a:p>
                      <a:r>
                        <a:rPr sz="2000">
                          <a:solidFill>
                            <a:srgbClr val="000000"/>
                          </a:solidFill>
                          <a:latin typeface="Calibri"/>
                          <a:ea typeface="Calibri"/>
                          <a:cs typeface="Calibri"/>
                        </a:rPr>
                        <a:t>76.004</a:t>
                      </a:r>
                    </a:p>
                  </a:txBody>
                  <a:tcPr marL="133350" marR="133350" marT="114300" marB="114300" anchor="ctr">
                    <a:noFill/>
                  </a:tcPr>
                </a:tc>
                <a:tc>
                  <a:txBody>
                    <a:bodyPr/>
                    <a:lstStyle/>
                    <a:p>
                      <a:r>
                        <a:rPr sz="2000">
                          <a:solidFill>
                            <a:srgbClr val="000000"/>
                          </a:solidFill>
                          <a:latin typeface="Calibri"/>
                          <a:ea typeface="Calibri"/>
                          <a:cs typeface="Calibri"/>
                        </a:rPr>
                        <a:t>38.094</a:t>
                      </a:r>
                    </a:p>
                  </a:txBody>
                  <a:tcPr marL="133350" marR="133350" marT="114300" marB="114300" anchor="ctr">
                    <a:noFill/>
                  </a:tcPr>
                </a:tc>
              </a:tr>
              <a:tr h="695325">
                <a:tc>
                  <a:txBody>
                    <a:bodyPr/>
                    <a:lstStyle/>
                    <a:p>
                      <a:r>
                        <a:rPr sz="2000">
                          <a:solidFill>
                            <a:srgbClr val="000000"/>
                          </a:solidFill>
                          <a:latin typeface="Calibri"/>
                          <a:ea typeface="Calibri"/>
                          <a:cs typeface="Calibri"/>
                        </a:rPr>
                        <a:t>Provider-reported cost</a:t>
                      </a:r>
                    </a:p>
                  </a:txBody>
                  <a:tcPr marL="133350" marR="133350" marT="114300" marB="114300" anchor="ctr">
                    <a:noFill/>
                  </a:tcPr>
                </a:tc>
                <a:tc>
                  <a:txBody>
                    <a:bodyPr/>
                    <a:lstStyle/>
                    <a:p>
                      <a:r>
                        <a:rPr sz="2000">
                          <a:solidFill>
                            <a:srgbClr val="000000"/>
                          </a:solidFill>
                          <a:latin typeface="Calibri"/>
                          <a:ea typeface="Calibri"/>
                          <a:cs typeface="Calibri"/>
                        </a:rPr>
                        <a:t>$0.072007</a:t>
                      </a:r>
                    </a:p>
                  </a:txBody>
                  <a:tcPr marL="133350" marR="133350" marT="114300" marB="114300" anchor="ctr">
                    <a:noFill/>
                  </a:tcPr>
                </a:tc>
                <a:tc>
                  <a:txBody>
                    <a:bodyPr/>
                    <a:lstStyle/>
                    <a:p>
                      <a:r>
                        <a:rPr sz="2000">
                          <a:solidFill>
                            <a:srgbClr val="000000"/>
                          </a:solidFill>
                          <a:latin typeface="Calibri"/>
                          <a:ea typeface="Calibri"/>
                          <a:cs typeface="Calibri"/>
                        </a:rPr>
                        <a:t>$0.044558</a:t>
                      </a:r>
                    </a:p>
                  </a:txBody>
                  <a:tcPr marL="133350" marR="133350" marT="114300" marB="114300" anchor="ctr">
                    <a:noFill/>
                  </a:tcPr>
                </a:tc>
              </a:tr>
            </a:tbl>
          </a:graphicData>
        </a:graphic>
      </p:graphicFrame>
      <p:sp>
        <p:nvSpPr>
          <p:cNvPr id="7" name="evidence interpretation">
            <a:extLst xmlns:a="http://schemas.openxmlformats.org/drawingml/2006/main">
              <a:ext uri="{FF2B5EF4-FFF2-40B4-BE49-F238E27FC236}">
                <a16:creationId xmlns:a16="http://schemas.microsoft.com/office/drawing/2014/main" id="{A18A1D4B-345B-49D6-9602-0FF22AD642A4}"/>
              </a:ext>
            </a:extLst>
          </p:cNvPr>
          <p:cNvSpPr>
            <a:spLocks xmlns:a="http://schemas.openxmlformats.org/drawingml/2006/main" noGrp="1"/>
          </p:cNvSpPr>
          <p:nvPr/>
        </p:nvSpPr>
        <p:spPr>
          <a:xfrm xmlns:a="http://schemas.openxmlformats.org/drawingml/2006/main">
            <a:off x="800100" y="5000625"/>
            <a:ext cx="10591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p xmlns:a="http://schemas.openxmlformats.org/drawingml/2006/main">
            <a:pPr algn="l">
              <a:defRPr sz="2000" b="0">
                <a:solidFill>
                  <a:srgbClr val="000000"/>
                </a:solidFill>
                <a:latin typeface="Calibri"/>
                <a:ea typeface="Calibri"/>
                <a:cs typeface="Calibri"/>
              </a:defRPr>
            </a:pPr>
            <a:r>
              <a:rPr sz="2000" b="0">
                <a:solidFill>
                  <a:srgbClr val="000000"/>
                </a:solidFill>
                <a:latin typeface="Calibri"/>
                <a:ea typeface="Calibri"/>
                <a:cs typeface="Calibri"/>
              </a:rPr>
              <a:t>41.6% fewer tokens and 38.1% lower reported cost. Exact repeat: zero API calls. Single runs, with cached indexing excluded.</a:t>
            </a:r>
          </a:p>
        </p:txBody>
      </p:sp>
    </p:spTree>
    <p:extLst>
      <p:ext uri="{BB962C8B-B14F-4D97-AF65-F5344CB8AC3E}">
        <p14:creationId xmlns:p14="http://schemas.microsoft.com/office/powerpoint/2010/main" val="3987153470"/>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BC92D5CD-CEED-CAF9-8E1C-650675A313C3}"/>
              </a:ext>
            </a:extLst>
          </p:cNvPr>
          <p:cNvSpPr>
            <a:spLocks xmlns:a="http://schemas.openxmlformats.org/drawingml/2006/main" noGrp="1"/>
          </p:cNvSpPr>
          <p:nvPr/>
        </p:nvSpPr>
        <p:spPr>
          <a:xfrm xmlns:a="http://schemas.openxmlformats.org/drawingml/2006/main">
            <a:off x="952500" y="609600"/>
            <a:ext cx="10287000" cy="61912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gn="ctr">
              <a:buNone/>
              <a:defRPr sz="2800" b="1">
                <a:solidFill>
                  <a:srgbClr val="A31F34"/>
                </a:solidFill>
                <a:latin typeface="Calibri"/>
                <a:ea typeface="Calibri"/>
                <a:cs typeface="Calibri"/>
              </a:defRPr>
            </a:pPr>
            <a:r>
              <a:rPr sz="2800" b="1">
                <a:solidFill>
                  <a:srgbClr val="A31F34"/>
                </a:solidFill>
                <a:latin typeface="Calibri"/>
                <a:ea typeface="Calibri"/>
                <a:cs typeface="Calibri"/>
              </a:rPr>
              <a:t>Engineering Decisions and Trade-offs</a:t>
            </a:r>
          </a:p>
        </p:txBody>
      </p:sp>
      <p:sp>
        <p:nvSpPr>
          <p:cNvPr id="6" name="submission body">
            <a:extLst xmlns:a="http://schemas.openxmlformats.org/drawingml/2006/main">
              <a:ext uri="{FF2B5EF4-FFF2-40B4-BE49-F238E27FC236}">
                <a16:creationId xmlns:a16="http://schemas.microsoft.com/office/drawing/2014/main" id="{820C125F-BA31-4E13-9749-C82C604C5143}"/>
              </a:ext>
            </a:extLst>
          </p:cNvPr>
          <p:cNvSpPr>
            <a:spLocks xmlns:a="http://schemas.openxmlformats.org/drawingml/2006/main" noGrp="1"/>
          </p:cNvSpPr>
          <p:nvPr/>
        </p:nvSpPr>
        <p:spPr>
          <a:xfrm xmlns:a="http://schemas.openxmlformats.org/drawingml/2006/main">
            <a:off x="707612" y="1714500"/>
            <a:ext cx="106680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p xmlns:a="http://schemas.openxmlformats.org/drawingml/2006/main">
            <a:pPr marL="228600" indent="-114300" algn="l">
              <a:spcAft>
                <a:spcPts val="1600"/>
              </a:spcAft>
              <a:buChar char="•"/>
              <a:defRPr sz="2000" b="0">
                <a:solidFill>
                  <a:srgbClr val="000000"/>
                </a:solidFill>
                <a:latin typeface="Calibri"/>
                <a:ea typeface="Calibri"/>
                <a:cs typeface="Calibri"/>
              </a:defRPr>
            </a:pPr>
            <a:r>
              <a:rPr sz="2000" b="0">
                <a:solidFill>
                  <a:srgbClr val="000000"/>
                </a:solidFill>
                <a:latin typeface="Calibri"/>
                <a:ea typeface="Calibri"/>
                <a:cs typeface="Calibri"/>
              </a:rPr>
              <a:t>Hybrid retrieval supports exact terms and reworded ideas, while adding embedding setup and API use.</a:t>
            </a:r>
          </a:p>
          <a:p xmlns:a="http://schemas.openxmlformats.org/drawingml/2006/main">
            <a:pPr marL="228600" indent="-114300" algn="l">
              <a:spcAft>
                <a:spcPts val="1600"/>
              </a:spcAft>
              <a:buChar char="•"/>
              <a:defRPr sz="2000" b="0">
                <a:solidFill>
                  <a:srgbClr val="000000"/>
                </a:solidFill>
                <a:latin typeface="Calibri"/>
                <a:ea typeface="Calibri"/>
                <a:cs typeface="Calibri"/>
              </a:defRPr>
            </a:pPr>
            <a:r>
              <a:rPr sz="2000" b="0">
                <a:solidFill>
                  <a:srgbClr val="000000"/>
                </a:solidFill>
                <a:latin typeface="Calibri"/>
                <a:ea typeface="Calibri"/>
                <a:cs typeface="Calibri"/>
              </a:rPr>
              <a:t>Focused agent retrieval improves completeness but adds planner calls and latency.</a:t>
            </a:r>
          </a:p>
          <a:p xmlns:a="http://schemas.openxmlformats.org/drawingml/2006/main">
            <a:pPr marL="228600" indent="-114300" algn="l">
              <a:spcAft>
                <a:spcPts val="1600"/>
              </a:spcAft>
              <a:buChar char="•"/>
              <a:defRPr sz="2000" b="0">
                <a:solidFill>
                  <a:srgbClr val="000000"/>
                </a:solidFill>
                <a:latin typeface="Calibri"/>
                <a:ea typeface="Calibri"/>
                <a:cs typeface="Calibri"/>
              </a:defRPr>
            </a:pPr>
            <a:r>
              <a:rPr sz="2000" b="0">
                <a:solidFill>
                  <a:srgbClr val="000000"/>
                </a:solidFill>
                <a:latin typeface="Calibri"/>
                <a:ea typeface="Calibri"/>
                <a:cs typeface="Calibri"/>
              </a:rPr>
              <a:t>Routing and exact caching save repeated work, with risks of shallow or stale answers.</a:t>
            </a:r>
          </a:p>
          <a:p xmlns:a="http://schemas.openxmlformats.org/drawingml/2006/main">
            <a:pPr marL="228600" indent="-114300" algn="l">
              <a:spcAft>
                <a:spcPts val="1600"/>
              </a:spcAft>
              <a:buChar char="•"/>
              <a:defRPr sz="2000" b="0">
                <a:solidFill>
                  <a:srgbClr val="000000"/>
                </a:solidFill>
                <a:latin typeface="Calibri"/>
                <a:ea typeface="Calibri"/>
                <a:cs typeface="Calibri"/>
              </a:defRPr>
            </a:pPr>
            <a:r>
              <a:rPr sz="2000" b="0">
                <a:solidFill>
                  <a:srgbClr val="000000"/>
                </a:solidFill>
                <a:latin typeface="Calibri"/>
                <a:ea typeface="Calibri"/>
                <a:cs typeface="Calibri"/>
              </a:rPr>
              <a:t>The final design retains the tested chat model. The all-cheaper Week 6 setup passed 0 of 3 ordinary questions.</a:t>
            </a:r>
          </a:p>
        </p:txBody>
      </p:sp>
    </p:spTree>
    <p:extLst>
      <p:ext uri="{BB962C8B-B14F-4D97-AF65-F5344CB8AC3E}">
        <p14:creationId xmlns:p14="http://schemas.microsoft.com/office/powerpoint/2010/main" val="68490748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688822D8-D529-2998-D46B-41BB9F87B091}"/>
              </a:ext>
            </a:extLst>
          </p:cNvPr>
          <p:cNvSpPr>
            <a:spLocks xmlns:a="http://schemas.openxmlformats.org/drawingml/2006/main" noGrp="1"/>
          </p:cNvSpPr>
          <p:nvPr/>
        </p:nvSpPr>
        <p:spPr>
          <a:xfrm xmlns:a="http://schemas.openxmlformats.org/drawingml/2006/main">
            <a:off x="952500" y="609600"/>
            <a:ext cx="10287000" cy="61912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gn="ctr">
              <a:buNone/>
              <a:defRPr sz="2800" b="1">
                <a:solidFill>
                  <a:srgbClr val="A31F34"/>
                </a:solidFill>
                <a:latin typeface="Calibri"/>
                <a:ea typeface="Calibri"/>
                <a:cs typeface="Calibri"/>
              </a:defRPr>
            </a:pPr>
            <a:r>
              <a:rPr sz="2800" b="1">
                <a:solidFill>
                  <a:srgbClr val="A31F34"/>
                </a:solidFill>
                <a:latin typeface="Calibri"/>
                <a:ea typeface="Calibri"/>
                <a:cs typeface="Calibri"/>
              </a:rPr>
              <a:t>Limitations and Next Steps</a:t>
            </a:r>
          </a:p>
        </p:txBody>
      </p:sp>
      <p:sp>
        <p:nvSpPr>
          <p:cNvPr id="6" name="submission body">
            <a:extLst xmlns:a="http://schemas.openxmlformats.org/drawingml/2006/main">
              <a:ext uri="{FF2B5EF4-FFF2-40B4-BE49-F238E27FC236}">
                <a16:creationId xmlns:a16="http://schemas.microsoft.com/office/drawing/2014/main" id="{54AFB75C-3DB0-48EB-8AB0-981BA1362DCF}"/>
              </a:ext>
            </a:extLst>
          </p:cNvPr>
          <p:cNvSpPr>
            <a:spLocks xmlns:a="http://schemas.openxmlformats.org/drawingml/2006/main" noGrp="1"/>
          </p:cNvSpPr>
          <p:nvPr/>
        </p:nvSpPr>
        <p:spPr>
          <a:xfrm xmlns:a="http://schemas.openxmlformats.org/drawingml/2006/main">
            <a:off x="707612" y="1714500"/>
            <a:ext cx="106680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p xmlns:a="http://schemas.openxmlformats.org/drawingml/2006/main">
            <a:pPr marL="228600" indent="-114300" algn="l">
              <a:spcAft>
                <a:spcPts val="1600"/>
              </a:spcAft>
              <a:buChar char="•"/>
              <a:defRPr sz="2000" b="0">
                <a:solidFill>
                  <a:srgbClr val="000000"/>
                </a:solidFill>
                <a:latin typeface="Calibri"/>
                <a:ea typeface="Calibri"/>
                <a:cs typeface="Calibri"/>
              </a:defRPr>
            </a:pPr>
            <a:r>
              <a:rPr sz="2000" b="0">
                <a:solidFill>
                  <a:srgbClr val="000000"/>
                </a:solidFill>
                <a:latin typeface="Calibri"/>
                <a:ea typeface="Calibri"/>
                <a:cs typeface="Calibri"/>
              </a:rPr>
              <a:t>Dense table extraction still caused a column-reading error, despite a cited answer rejecting the attack.</a:t>
            </a:r>
          </a:p>
          <a:p xmlns:a="http://schemas.openxmlformats.org/drawingml/2006/main">
            <a:pPr marL="228600" indent="-114300" algn="l">
              <a:spcAft>
                <a:spcPts val="1600"/>
              </a:spcAft>
              <a:buChar char="•"/>
              <a:defRPr sz="2000" b="0">
                <a:solidFill>
                  <a:srgbClr val="000000"/>
                </a:solidFill>
                <a:latin typeface="Calibri"/>
                <a:ea typeface="Calibri"/>
                <a:cs typeface="Calibri"/>
              </a:defRPr>
            </a:pPr>
            <a:r>
              <a:rPr sz="2000" b="0">
                <a:solidFill>
                  <a:srgbClr val="000000"/>
                </a:solidFill>
                <a:latin typeface="Calibri"/>
                <a:ea typeface="Calibri"/>
                <a:cs typeface="Calibri"/>
              </a:rPr>
              <a:t>Duplicate paper versions and bibliography passages can weaken evidence selection.</a:t>
            </a:r>
          </a:p>
          <a:p xmlns:a="http://schemas.openxmlformats.org/drawingml/2006/main">
            <a:pPr marL="228600" indent="-114300" algn="l">
              <a:spcAft>
                <a:spcPts val="1600"/>
              </a:spcAft>
              <a:buChar char="•"/>
              <a:defRPr sz="2000" b="0">
                <a:solidFill>
                  <a:srgbClr val="000000"/>
                </a:solidFill>
                <a:latin typeface="Calibri"/>
                <a:ea typeface="Calibri"/>
                <a:cs typeface="Calibri"/>
              </a:defRPr>
            </a:pPr>
            <a:r>
              <a:rPr sz="2000" b="0">
                <a:solidFill>
                  <a:srgbClr val="000000"/>
                </a:solidFill>
                <a:latin typeface="Calibri"/>
                <a:ea typeface="Calibri"/>
                <a:cs typeface="Calibri"/>
              </a:rPr>
              <a:t>Regex and post-ingestion hashes leave novel attacks and already-poisoned PDFs unresolved.</a:t>
            </a:r>
          </a:p>
          <a:p xmlns:a="http://schemas.openxmlformats.org/drawingml/2006/main">
            <a:pPr marL="228600" indent="-114300" algn="l">
              <a:spcAft>
                <a:spcPts val="1600"/>
              </a:spcAft>
              <a:buChar char="•"/>
              <a:defRPr sz="2000" b="0">
                <a:solidFill>
                  <a:srgbClr val="000000"/>
                </a:solidFill>
                <a:latin typeface="Calibri"/>
                <a:ea typeface="Calibri"/>
                <a:cs typeface="Calibri"/>
              </a:defRPr>
            </a:pPr>
            <a:r>
              <a:rPr sz="2000" b="0">
                <a:solidFill>
                  <a:srgbClr val="000000"/>
                </a:solidFill>
                <a:latin typeface="Calibri"/>
                <a:ea typeface="Calibri"/>
                <a:cs typeface="Calibri"/>
              </a:rPr>
              <a:t>Next steps: label passage relevance and citation support, improve table extraction, and retest ranking and routing on held-out questions.</a:t>
            </a:r>
          </a:p>
        </p:txBody>
      </p:sp>
    </p:spTree>
    <p:extLst>
      <p:ext uri="{BB962C8B-B14F-4D97-AF65-F5344CB8AC3E}">
        <p14:creationId xmlns:p14="http://schemas.microsoft.com/office/powerpoint/2010/main" val="2040043498"/>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7FE4D497-87C5-39D6-FAF0-4FE272E0EB7E}"/>
              </a:ext>
            </a:extLst>
          </p:cNvPr>
          <p:cNvSpPr>
            <a:spLocks xmlns:a="http://schemas.openxmlformats.org/drawingml/2006/main" noGrp="1"/>
          </p:cNvSpPr>
          <p:nvPr/>
        </p:nvSpPr>
        <p:spPr>
          <a:xfrm xmlns:a="http://schemas.openxmlformats.org/drawingml/2006/main">
            <a:off x="952500" y="609600"/>
            <a:ext cx="10287000" cy="61912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gn="ctr">
              <a:buNone/>
              <a:defRPr sz="2800" b="1">
                <a:solidFill>
                  <a:srgbClr val="A31F34"/>
                </a:solidFill>
                <a:latin typeface="Calibri"/>
                <a:ea typeface="Calibri"/>
                <a:cs typeface="Calibri"/>
              </a:defRPr>
            </a:pPr>
            <a:r>
              <a:rPr sz="2800" b="1">
                <a:solidFill>
                  <a:srgbClr val="A31F34"/>
                </a:solidFill>
                <a:latin typeface="Calibri"/>
                <a:ea typeface="Calibri"/>
                <a:cs typeface="Calibri"/>
              </a:rPr>
              <a:t>The Final System and Review Materials</a:t>
            </a:r>
          </a:p>
        </p:txBody>
      </p:sp>
      <p:sp>
        <p:nvSpPr>
          <p:cNvPr id="6" name="submission body">
            <a:extLst xmlns:a="http://schemas.openxmlformats.org/drawingml/2006/main">
              <a:ext uri="{FF2B5EF4-FFF2-40B4-BE49-F238E27FC236}">
                <a16:creationId xmlns:a16="http://schemas.microsoft.com/office/drawing/2014/main" id="{6DE028D7-E995-463F-90F6-1CE9D33B1090}"/>
              </a:ext>
            </a:extLst>
          </p:cNvPr>
          <p:cNvSpPr>
            <a:spLocks xmlns:a="http://schemas.openxmlformats.org/drawingml/2006/main" noGrp="1"/>
          </p:cNvSpPr>
          <p:nvPr/>
        </p:nvSpPr>
        <p:spPr>
          <a:xfrm xmlns:a="http://schemas.openxmlformats.org/drawingml/2006/main">
            <a:off x="707612" y="1714500"/>
            <a:ext cx="106680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p xmlns:a="http://schemas.openxmlformats.org/drawingml/2006/main">
            <a:pPr marL="228600" indent="-114300" algn="l">
              <a:spcAft>
                <a:spcPts val="1600"/>
              </a:spcAft>
              <a:buChar char="•"/>
              <a:defRPr sz="2000" b="0">
                <a:solidFill>
                  <a:srgbClr val="000000"/>
                </a:solidFill>
                <a:latin typeface="Calibri"/>
                <a:ea typeface="Calibri"/>
                <a:cs typeface="Calibri"/>
              </a:defRPr>
            </a:pPr>
            <a:r>
              <a:rPr sz="2000" b="0">
                <a:solidFill>
                  <a:srgbClr val="000000"/>
                </a:solidFill>
                <a:latin typeface="Calibri"/>
                <a:ea typeface="Calibri"/>
                <a:cs typeface="Calibri"/>
              </a:rPr>
              <a:t>Working CLI: live hybrid questions, local keyword search, and saved-answer replay.</a:t>
            </a:r>
          </a:p>
          <a:p xmlns:a="http://schemas.openxmlformats.org/drawingml/2006/main">
            <a:pPr marL="228600" indent="-114300" algn="l">
              <a:spcAft>
                <a:spcPts val="1600"/>
              </a:spcAft>
              <a:buChar char="•"/>
              <a:defRPr sz="2000" b="0">
                <a:solidFill>
                  <a:srgbClr val="000000"/>
                </a:solidFill>
                <a:latin typeface="Calibri"/>
                <a:ea typeface="Calibri"/>
                <a:cs typeface="Calibri"/>
              </a:defRPr>
            </a:pPr>
            <a:r>
              <a:rPr sz="2000" b="0">
                <a:solidFill>
                  <a:srgbClr val="000000"/>
                </a:solidFill>
                <a:latin typeface="Calibri"/>
                <a:ea typeface="Calibri"/>
                <a:cs typeface="Calibri"/>
              </a:rPr>
              <a:t>Repository: source code, setup instructions, tests, corpus inventory, and recorded evidence.</a:t>
            </a:r>
          </a:p>
          <a:p xmlns:a="http://schemas.openxmlformats.org/drawingml/2006/main">
            <a:pPr marL="228600" indent="-114300" algn="l">
              <a:spcAft>
                <a:spcPts val="1600"/>
              </a:spcAft>
              <a:buChar char="•"/>
              <a:defRPr sz="2000" b="0">
                <a:solidFill>
                  <a:srgbClr val="000000"/>
                </a:solidFill>
                <a:latin typeface="Calibri"/>
                <a:ea typeface="Calibri"/>
                <a:cs typeface="Calibri"/>
              </a:defRPr>
            </a:pPr>
            <a:r>
              <a:rPr sz="2000" b="0">
                <a:solidFill>
                  <a:srgbClr val="000000"/>
                </a:solidFill>
                <a:latin typeface="Calibri"/>
                <a:ea typeface="Calibri"/>
                <a:cs typeface="Calibri"/>
              </a:rPr>
              <a:t>Presentation: query behavior, engineering choices, measured trade-offs, and remaining limitations.</a:t>
            </a:r>
          </a:p>
          <a:p xmlns:a="http://schemas.openxmlformats.org/drawingml/2006/main">
            <a:pPr marL="228600" indent="-114300" algn="l">
              <a:spcAft>
                <a:spcPts val="1600"/>
              </a:spcAft>
              <a:buChar char="•"/>
              <a:defRPr sz="2000" b="0">
                <a:solidFill>
                  <a:srgbClr val="000000"/>
                </a:solidFill>
                <a:latin typeface="Calibri"/>
                <a:ea typeface="Calibri"/>
                <a:cs typeface="Calibri"/>
              </a:defRPr>
            </a:pPr>
            <a:r>
              <a:rPr sz="2000" b="0">
                <a:solidFill>
                  <a:srgbClr val="000000"/>
                </a:solidFill>
                <a:latin typeface="Calibri"/>
                <a:ea typeface="Calibri"/>
                <a:cs typeface="Calibri"/>
              </a:rPr>
              <a:t>The next evaluation should prioritize supported claims and useful evidence before broader deployment.</a:t>
            </a:r>
          </a:p>
        </p:txBody>
      </p:sp>
    </p:spTree>
    <p:extLst>
      <p:ext uri="{BB962C8B-B14F-4D97-AF65-F5344CB8AC3E}">
        <p14:creationId xmlns:p14="http://schemas.microsoft.com/office/powerpoint/2010/main" val="3937486198"/>
      </p:ext>
    </p:extLst>
  </p:cSld>
</p:sld>
</file>

<file path=ppt/theme/theme1.xml><?xml version="1.0" encoding="utf-8"?>
<a:theme xmlns:a="http://schemas.openxmlformats.org/drawingml/2006/main" name="1_MIT PE">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lue War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2026-10-10T23:20:47.9110000Z</dcterms:created>
  <dcterms:modified xsi:type="dcterms:W3CDTF">2026-10-10T23:20:47.9110000Z</dcterms:modified>
</coreProperties>
</file>